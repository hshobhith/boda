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FD10AC-1CBA-4EFC-89E8-38C38A2C6DBF}" v="112" dt="2022-12-08T17:01:22.9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0691F-0ED8-9C59-9FBA-66A1C60ED7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E03021-59C9-D259-9718-0DFB32C664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A70EB-F8E7-E41B-DF6A-A2515E657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91CE0-3CED-495C-AD55-6040143CFF5E}" type="datetimeFigureOut">
              <a:rPr lang="en-IN" smtClean="0"/>
              <a:t>17-07-2023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44B0F-2D7F-A35C-B45C-06CE51C64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E6A0E-AE74-C8F9-463C-14F29B349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2996-DD5E-416F-8D33-36C3FAD7E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1077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D74C8-384F-7809-3C23-089FB1D15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5E68E-24EF-1789-1FEF-D6DC3586F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A72AD-F13A-F46A-E285-466B021A9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91CE0-3CED-495C-AD55-6040143CFF5E}" type="datetimeFigureOut">
              <a:rPr lang="en-IN" smtClean="0"/>
              <a:t>17-07-2023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8BB0B7-4131-0C54-BCC6-7653B7425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C7B9D-0CE5-0293-63A8-89F85FCB8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2996-DD5E-416F-8D33-36C3FAD7E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760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E2786-5872-541F-E006-BE62BC733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0E234-D91C-4A39-3099-D23AC8B14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50606-C280-E588-8EFF-3B92FF954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91CE0-3CED-495C-AD55-6040143CFF5E}" type="datetimeFigureOut">
              <a:rPr lang="en-IN" smtClean="0"/>
              <a:t>17-07-2023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C9013-FCB8-C9A3-4664-6BF3AD824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2A200-4E94-2DCD-B9B8-37AE13EF3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2996-DD5E-416F-8D33-36C3FAD7E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065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99510-9926-0673-9260-077EE429E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D9321-D54C-E186-4DA1-0FEDD5991C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D2116E-55E2-A733-74F7-A9D5130F12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E2871D-E781-0447-FADD-AF6FC8D46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91CE0-3CED-495C-AD55-6040143CFF5E}" type="datetimeFigureOut">
              <a:rPr lang="en-IN" smtClean="0"/>
              <a:t>17-07-2023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DA53EE-4DC7-EAA9-784B-A9F7054C3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B6124A-C2BE-ED4D-1FC1-639FB9CA9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2996-DD5E-416F-8D33-36C3FAD7E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269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6052C-D96F-BBFE-CAB2-FCACF4424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90177B-9500-F62A-B136-EF1C241A2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DEC478-2B32-DF76-9F0E-3DF02F367B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E6D548-25C2-55E2-F1A1-882211B510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37A4BD-CEBD-9321-B1EC-7B1A87A4A5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4041FD-1544-9143-F6F7-B845D5943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91CE0-3CED-495C-AD55-6040143CFF5E}" type="datetimeFigureOut">
              <a:rPr lang="en-IN" smtClean="0"/>
              <a:t>17-07-2023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EA0F87-9617-5FAD-31EF-DD587D513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DCF817-62A9-F8E4-0076-B1019D548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2996-DD5E-416F-8D33-36C3FAD7E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384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86B42-CF70-BB9C-F331-63B84AAE4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2CE786-BF81-B1CA-026B-E35F4E6D3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91CE0-3CED-495C-AD55-6040143CFF5E}" type="datetimeFigureOut">
              <a:rPr lang="en-IN" smtClean="0"/>
              <a:t>17-07-2023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6CE72B-CFB1-C722-07BE-5CF32325C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7685DD-5FA7-AD35-2670-0BD2AA1AC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2996-DD5E-416F-8D33-36C3FAD7E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28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B92236-563A-E954-253D-DFE5991AD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91CE0-3CED-495C-AD55-6040143CFF5E}" type="datetimeFigureOut">
              <a:rPr lang="en-IN" smtClean="0"/>
              <a:t>17-07-2023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D19A51-7655-A56D-6CC6-A54C15C1C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61A74F-5C55-DF79-CD50-D98953294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2996-DD5E-416F-8D33-36C3FAD7E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665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73AE7-7934-8F5B-AA27-697C7F7CD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9863C-7E6F-CE7A-414B-7A2D9755E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706DA9-B16F-5FD0-AE78-EA948D3A5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BBAA01-9788-BBB4-467E-5A36708A3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91CE0-3CED-495C-AD55-6040143CFF5E}" type="datetimeFigureOut">
              <a:rPr lang="en-IN" smtClean="0"/>
              <a:t>17-07-2023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BDAE43-35CF-CE21-1D60-DB7D9FCD4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B4323E-5942-0727-86CF-FC2F46D6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2996-DD5E-416F-8D33-36C3FAD7E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509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D6E62-E037-6DD6-6F38-422D06683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FD5B3C-56FF-04A0-8529-520913980B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DF5A22-49A5-3B6C-CBF5-811DA2F19C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2F4CF5-6C51-AC63-CBCF-F03AA3FC1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91CE0-3CED-495C-AD55-6040143CFF5E}" type="datetimeFigureOut">
              <a:rPr lang="en-IN" smtClean="0"/>
              <a:t>17-07-2023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94BC5-5A85-A674-8726-C4BD5CC82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B01063-2218-16B7-0CD8-8A1A8CE74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2996-DD5E-416F-8D33-36C3FAD7E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290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D8783-7BBA-42B6-40E5-05F2BBF5F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8B7A8-52A1-49E7-8489-6B83029814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7023C-7D03-30FD-D23D-F8699CAFD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91CE0-3CED-495C-AD55-6040143CFF5E}" type="datetimeFigureOut">
              <a:rPr lang="en-IN" smtClean="0"/>
              <a:t>17-07-2023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B8249-B5A0-E0FD-469A-403BCD47D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82912-D546-0481-FCCF-2AB9C0F97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2996-DD5E-416F-8D33-36C3FAD7E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7475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97C251-9248-D5A9-F852-9F92D1897B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661A38-BCB2-DA04-8065-93CC2BD101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DEDE65-785D-4763-997E-9F4519174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91CE0-3CED-495C-AD55-6040143CFF5E}" type="datetimeFigureOut">
              <a:rPr lang="en-IN" smtClean="0"/>
              <a:t>17-07-2023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E14E5-EC06-C424-57AA-1E2329C9C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EB0E0-BE5F-1A01-D5D8-3CC8B2CC8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CC2996-DD5E-416F-8D33-36C3FAD7E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910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0E7493-AFA1-D1F7-2FF9-69325211D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5A6DF5-1CE3-F577-6BBB-433A82F4B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DB3C2-6028-D561-3BAA-011BFCDB6A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A91CE0-3CED-495C-AD55-6040143CFF5E}" type="datetimeFigureOut">
              <a:rPr lang="en-IN" smtClean="0"/>
              <a:t>17-07-2023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36132-C80B-6AA4-E536-AF1224A32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EAD87-27DE-A475-A6C7-9311CC90A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CC2996-DD5E-416F-8D33-36C3FAD7EB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3374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71402-shopping-online-free-clipart-hq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71402-shopping-online-free-clipart-hq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3BB35AC-B6C8-6758-96D3-0225CF6BF3C9}"/>
              </a:ext>
            </a:extLst>
          </p:cNvPr>
          <p:cNvSpPr/>
          <p:nvPr/>
        </p:nvSpPr>
        <p:spPr>
          <a:xfrm>
            <a:off x="560439" y="1573159"/>
            <a:ext cx="3008671" cy="512260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0061DCA-4898-F962-C12F-7DBAC075B9A6}"/>
              </a:ext>
            </a:extLst>
          </p:cNvPr>
          <p:cNvSpPr/>
          <p:nvPr/>
        </p:nvSpPr>
        <p:spPr>
          <a:xfrm>
            <a:off x="3873910" y="1602655"/>
            <a:ext cx="3008671" cy="512260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8634784-7A80-319E-A1D5-89AC81ED626D}"/>
              </a:ext>
            </a:extLst>
          </p:cNvPr>
          <p:cNvSpPr/>
          <p:nvPr/>
        </p:nvSpPr>
        <p:spPr>
          <a:xfrm>
            <a:off x="7187379" y="1586991"/>
            <a:ext cx="3008671" cy="5122606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9B6FE7C-2932-58BC-8593-FAE015063034}"/>
              </a:ext>
            </a:extLst>
          </p:cNvPr>
          <p:cNvSpPr/>
          <p:nvPr/>
        </p:nvSpPr>
        <p:spPr>
          <a:xfrm>
            <a:off x="1720645" y="3390589"/>
            <a:ext cx="1106128" cy="10545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42C9C1-51A9-FBDD-F122-DBEA38F7FDC0}"/>
              </a:ext>
            </a:extLst>
          </p:cNvPr>
          <p:cNvSpPr txBox="1"/>
          <p:nvPr/>
        </p:nvSpPr>
        <p:spPr>
          <a:xfrm>
            <a:off x="1700981" y="4650658"/>
            <a:ext cx="1106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BODA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757210-7B5F-E92B-EC3A-E3ADB0661E12}"/>
              </a:ext>
            </a:extLst>
          </p:cNvPr>
          <p:cNvSpPr txBox="1"/>
          <p:nvPr/>
        </p:nvSpPr>
        <p:spPr>
          <a:xfrm>
            <a:off x="5063613" y="1573159"/>
            <a:ext cx="8831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logo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03A1D8-8763-5E94-511B-905EA6BC7439}"/>
              </a:ext>
            </a:extLst>
          </p:cNvPr>
          <p:cNvSpPr txBox="1"/>
          <p:nvPr/>
        </p:nvSpPr>
        <p:spPr>
          <a:xfrm>
            <a:off x="4960374" y="2007928"/>
            <a:ext cx="993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BODA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57EB72-B6BA-7E89-48A6-5D132495C0D5}"/>
              </a:ext>
            </a:extLst>
          </p:cNvPr>
          <p:cNvSpPr/>
          <p:nvPr/>
        </p:nvSpPr>
        <p:spPr>
          <a:xfrm>
            <a:off x="4168877" y="3598606"/>
            <a:ext cx="2281084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Login as consumer</a:t>
            </a:r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B480AF-D73B-54BB-D45A-E550D5DB1107}"/>
              </a:ext>
            </a:extLst>
          </p:cNvPr>
          <p:cNvSpPr/>
          <p:nvPr/>
        </p:nvSpPr>
        <p:spPr>
          <a:xfrm>
            <a:off x="4168877" y="4281326"/>
            <a:ext cx="2281084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Login as Seller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A7733A-B18B-1704-A0D5-0DBABA397FD4}"/>
              </a:ext>
            </a:extLst>
          </p:cNvPr>
          <p:cNvSpPr txBox="1"/>
          <p:nvPr/>
        </p:nvSpPr>
        <p:spPr>
          <a:xfrm>
            <a:off x="7364361" y="983226"/>
            <a:ext cx="2467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Consumer page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C9480A8-0EEA-BE3E-124D-DA5C380789AB}"/>
              </a:ext>
            </a:extLst>
          </p:cNvPr>
          <p:cNvSpPr txBox="1"/>
          <p:nvPr/>
        </p:nvSpPr>
        <p:spPr>
          <a:xfrm>
            <a:off x="7651954" y="1757825"/>
            <a:ext cx="2079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Logo </a:t>
            </a:r>
            <a:endParaRPr lang="en-I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1E56A4E-EE17-D48A-48A5-D404B51BF600}"/>
              </a:ext>
            </a:extLst>
          </p:cNvPr>
          <p:cNvSpPr/>
          <p:nvPr/>
        </p:nvSpPr>
        <p:spPr>
          <a:xfrm>
            <a:off x="7364361" y="2251587"/>
            <a:ext cx="2654710" cy="27530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Search </a:t>
            </a:r>
            <a:endParaRPr lang="en-IN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7D1973-4906-AC4C-0367-9FE68B5B6841}"/>
              </a:ext>
            </a:extLst>
          </p:cNvPr>
          <p:cNvSpPr/>
          <p:nvPr/>
        </p:nvSpPr>
        <p:spPr>
          <a:xfrm>
            <a:off x="7517990" y="2939845"/>
            <a:ext cx="2278625" cy="131752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E397A4C-FEDF-08AE-BBF3-20A60E232FA5}"/>
              </a:ext>
            </a:extLst>
          </p:cNvPr>
          <p:cNvSpPr/>
          <p:nvPr/>
        </p:nvSpPr>
        <p:spPr>
          <a:xfrm>
            <a:off x="8347588" y="3967938"/>
            <a:ext cx="127819" cy="1668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2F8032F-EE6F-51DF-1178-7B4DEC5F31A8}"/>
              </a:ext>
            </a:extLst>
          </p:cNvPr>
          <p:cNvSpPr/>
          <p:nvPr/>
        </p:nvSpPr>
        <p:spPr>
          <a:xfrm>
            <a:off x="8529484" y="3967938"/>
            <a:ext cx="127819" cy="1668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A6401E1-DDD2-A920-D7C5-4C7C83F093DD}"/>
              </a:ext>
            </a:extLst>
          </p:cNvPr>
          <p:cNvSpPr/>
          <p:nvPr/>
        </p:nvSpPr>
        <p:spPr>
          <a:xfrm>
            <a:off x="8708924" y="3967938"/>
            <a:ext cx="127819" cy="1668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D0F960-032D-5D1F-AA1D-8703698FC302}"/>
              </a:ext>
            </a:extLst>
          </p:cNvPr>
          <p:cNvSpPr txBox="1"/>
          <p:nvPr/>
        </p:nvSpPr>
        <p:spPr>
          <a:xfrm>
            <a:off x="7803741" y="3303640"/>
            <a:ext cx="1484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Ads </a:t>
            </a:r>
            <a:endParaRPr lang="en-IN" dirty="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211195E2-B2D9-2E02-2AB7-C733F504E0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326146" y="1757825"/>
            <a:ext cx="552815" cy="380068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FFF0CB6D-137D-FAD0-99E5-1C5344205AF6}"/>
              </a:ext>
            </a:extLst>
          </p:cNvPr>
          <p:cNvSpPr txBox="1"/>
          <p:nvPr/>
        </p:nvSpPr>
        <p:spPr>
          <a:xfrm>
            <a:off x="7972117" y="2511074"/>
            <a:ext cx="244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Categories</a:t>
            </a:r>
            <a:endParaRPr lang="en-IN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D6433F-3794-8C25-D30E-696B3DDD8C63}"/>
              </a:ext>
            </a:extLst>
          </p:cNvPr>
          <p:cNvSpPr/>
          <p:nvPr/>
        </p:nvSpPr>
        <p:spPr>
          <a:xfrm>
            <a:off x="7325032" y="4445098"/>
            <a:ext cx="1086465" cy="8259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FB2B1A-25E9-003A-2527-DF4728487BC2}"/>
              </a:ext>
            </a:extLst>
          </p:cNvPr>
          <p:cNvSpPr/>
          <p:nvPr/>
        </p:nvSpPr>
        <p:spPr>
          <a:xfrm>
            <a:off x="8915399" y="4445097"/>
            <a:ext cx="1086465" cy="8259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E88F245-E32B-3E5F-0746-CA100D084AA3}"/>
              </a:ext>
            </a:extLst>
          </p:cNvPr>
          <p:cNvSpPr/>
          <p:nvPr/>
        </p:nvSpPr>
        <p:spPr>
          <a:xfrm>
            <a:off x="7388942" y="5762619"/>
            <a:ext cx="1086465" cy="8259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FB0347-3328-C02A-CBBE-24E891CE723A}"/>
              </a:ext>
            </a:extLst>
          </p:cNvPr>
          <p:cNvSpPr/>
          <p:nvPr/>
        </p:nvSpPr>
        <p:spPr>
          <a:xfrm>
            <a:off x="8932606" y="5749096"/>
            <a:ext cx="1086465" cy="82591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16486E-33B7-CA66-80E3-552C920810F2}"/>
              </a:ext>
            </a:extLst>
          </p:cNvPr>
          <p:cNvSpPr txBox="1"/>
          <p:nvPr/>
        </p:nvSpPr>
        <p:spPr>
          <a:xfrm>
            <a:off x="7258049" y="5153646"/>
            <a:ext cx="1292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Store name</a:t>
            </a:r>
          </a:p>
          <a:p>
            <a:r>
              <a:rPr lang="en-IN" dirty="0"/>
              <a:t>       open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3AA15A6-5EE8-83F4-1592-B432EB9C9465}"/>
              </a:ext>
            </a:extLst>
          </p:cNvPr>
          <p:cNvSpPr/>
          <p:nvPr/>
        </p:nvSpPr>
        <p:spPr>
          <a:xfrm>
            <a:off x="7185538" y="4347862"/>
            <a:ext cx="483502" cy="29725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2ABD2AF-6357-6D81-5EF6-0171F772EA3D}"/>
              </a:ext>
            </a:extLst>
          </p:cNvPr>
          <p:cNvSpPr/>
          <p:nvPr/>
        </p:nvSpPr>
        <p:spPr>
          <a:xfrm>
            <a:off x="7168452" y="5651350"/>
            <a:ext cx="483502" cy="29725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DE20825-CB6E-4783-3577-E12D4FE42100}"/>
              </a:ext>
            </a:extLst>
          </p:cNvPr>
          <p:cNvSpPr/>
          <p:nvPr/>
        </p:nvSpPr>
        <p:spPr>
          <a:xfrm>
            <a:off x="8755874" y="5613992"/>
            <a:ext cx="483502" cy="29725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F0EDD9E-60EC-27A7-206D-2D511D8E9754}"/>
              </a:ext>
            </a:extLst>
          </p:cNvPr>
          <p:cNvSpPr/>
          <p:nvPr/>
        </p:nvSpPr>
        <p:spPr>
          <a:xfrm>
            <a:off x="8733504" y="4342204"/>
            <a:ext cx="483502" cy="29725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E23E00E-D06A-D3AC-8B00-8C9C23BE1BCD}"/>
              </a:ext>
            </a:extLst>
          </p:cNvPr>
          <p:cNvSpPr/>
          <p:nvPr/>
        </p:nvSpPr>
        <p:spPr>
          <a:xfrm>
            <a:off x="8018208" y="4348994"/>
            <a:ext cx="447368" cy="29725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CD1F714-0EB5-70F2-94DF-652058F88B65}"/>
              </a:ext>
            </a:extLst>
          </p:cNvPr>
          <p:cNvSpPr/>
          <p:nvPr/>
        </p:nvSpPr>
        <p:spPr>
          <a:xfrm>
            <a:off x="9622091" y="4342204"/>
            <a:ext cx="447368" cy="29725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47FDC38-E6B7-F769-D28E-E85D633B8669}"/>
              </a:ext>
            </a:extLst>
          </p:cNvPr>
          <p:cNvSpPr/>
          <p:nvPr/>
        </p:nvSpPr>
        <p:spPr>
          <a:xfrm>
            <a:off x="8173188" y="5651350"/>
            <a:ext cx="447368" cy="29725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58A284A-B9CE-20EF-D2F7-BDF6727B8825}"/>
              </a:ext>
            </a:extLst>
          </p:cNvPr>
          <p:cNvSpPr/>
          <p:nvPr/>
        </p:nvSpPr>
        <p:spPr>
          <a:xfrm>
            <a:off x="9655277" y="5652851"/>
            <a:ext cx="447368" cy="29725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62D34C7-D617-17BA-5DAF-B3377216EEFB}"/>
              </a:ext>
            </a:extLst>
          </p:cNvPr>
          <p:cNvCxnSpPr>
            <a:cxnSpLocks/>
          </p:cNvCxnSpPr>
          <p:nvPr/>
        </p:nvCxnSpPr>
        <p:spPr>
          <a:xfrm flipH="1">
            <a:off x="9966349" y="3794514"/>
            <a:ext cx="585994" cy="707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3CA6EE4-3392-A313-2812-E8AE3798DEF6}"/>
              </a:ext>
            </a:extLst>
          </p:cNvPr>
          <p:cNvSpPr txBox="1"/>
          <p:nvPr/>
        </p:nvSpPr>
        <p:spPr>
          <a:xfrm>
            <a:off x="10194453" y="3454517"/>
            <a:ext cx="1899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One time delivery</a:t>
            </a:r>
            <a:endParaRPr lang="en-IN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1C5E3C-EAD5-0EEA-3170-FE7031AF9063}"/>
              </a:ext>
            </a:extLst>
          </p:cNvPr>
          <p:cNvSpPr txBox="1"/>
          <p:nvPr/>
        </p:nvSpPr>
        <p:spPr>
          <a:xfrm>
            <a:off x="10214977" y="5086342"/>
            <a:ext cx="1899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Any time delivery</a:t>
            </a:r>
            <a:endParaRPr lang="en-IN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47369B6-C77E-5731-7B85-2B9494EFD7A5}"/>
              </a:ext>
            </a:extLst>
          </p:cNvPr>
          <p:cNvCxnSpPr>
            <a:cxnSpLocks/>
          </p:cNvCxnSpPr>
          <p:nvPr/>
        </p:nvCxnSpPr>
        <p:spPr>
          <a:xfrm flipH="1">
            <a:off x="9962047" y="5389322"/>
            <a:ext cx="598411" cy="4106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2108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6832614-946E-1762-E357-5C883C4151E4}"/>
              </a:ext>
            </a:extLst>
          </p:cNvPr>
          <p:cNvSpPr/>
          <p:nvPr/>
        </p:nvSpPr>
        <p:spPr>
          <a:xfrm>
            <a:off x="516190" y="1573158"/>
            <a:ext cx="3008671" cy="512260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7686001-21DB-9116-3D04-3FDE37441370}"/>
              </a:ext>
            </a:extLst>
          </p:cNvPr>
          <p:cNvSpPr/>
          <p:nvPr/>
        </p:nvSpPr>
        <p:spPr>
          <a:xfrm>
            <a:off x="4149213" y="1573158"/>
            <a:ext cx="3008671" cy="512260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FB8B943-2EFB-45A2-38E8-744348E27F75}"/>
              </a:ext>
            </a:extLst>
          </p:cNvPr>
          <p:cNvSpPr/>
          <p:nvPr/>
        </p:nvSpPr>
        <p:spPr>
          <a:xfrm>
            <a:off x="7737987" y="1573158"/>
            <a:ext cx="3008671" cy="512260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D8A6E7-A2E4-49B0-EC35-72DD4532B433}"/>
              </a:ext>
            </a:extLst>
          </p:cNvPr>
          <p:cNvSpPr txBox="1"/>
          <p:nvPr/>
        </p:nvSpPr>
        <p:spPr>
          <a:xfrm>
            <a:off x="1351934" y="1886546"/>
            <a:ext cx="2163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Store name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5837F8-8A13-794C-5B7D-A5AF777FC5C5}"/>
              </a:ext>
            </a:extLst>
          </p:cNvPr>
          <p:cNvSpPr/>
          <p:nvPr/>
        </p:nvSpPr>
        <p:spPr>
          <a:xfrm>
            <a:off x="722667" y="2733367"/>
            <a:ext cx="943897" cy="11307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24AD38-F0E1-BF6B-488D-B476BF7F8BBF}"/>
              </a:ext>
            </a:extLst>
          </p:cNvPr>
          <p:cNvSpPr/>
          <p:nvPr/>
        </p:nvSpPr>
        <p:spPr>
          <a:xfrm>
            <a:off x="2207338" y="2733366"/>
            <a:ext cx="943897" cy="11307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385C6-BF39-6139-69AB-45750960CD47}"/>
              </a:ext>
            </a:extLst>
          </p:cNvPr>
          <p:cNvSpPr/>
          <p:nvPr/>
        </p:nvSpPr>
        <p:spPr>
          <a:xfrm>
            <a:off x="722667" y="4768019"/>
            <a:ext cx="943897" cy="11307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88D3B8-5796-852B-5F06-C31511C898AC}"/>
              </a:ext>
            </a:extLst>
          </p:cNvPr>
          <p:cNvSpPr/>
          <p:nvPr/>
        </p:nvSpPr>
        <p:spPr>
          <a:xfrm>
            <a:off x="2276162" y="4768019"/>
            <a:ext cx="943897" cy="11307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29F2F4-3DCF-EB5A-E1EA-1AFDF1C75AEE}"/>
              </a:ext>
            </a:extLst>
          </p:cNvPr>
          <p:cNvSpPr/>
          <p:nvPr/>
        </p:nvSpPr>
        <p:spPr>
          <a:xfrm>
            <a:off x="722667" y="4277031"/>
            <a:ext cx="943897" cy="20093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74C205-23E1-675E-5039-0B05EEDB5F4B}"/>
              </a:ext>
            </a:extLst>
          </p:cNvPr>
          <p:cNvSpPr txBox="1"/>
          <p:nvPr/>
        </p:nvSpPr>
        <p:spPr>
          <a:xfrm>
            <a:off x="722667" y="4192834"/>
            <a:ext cx="943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Buy cart</a:t>
            </a:r>
            <a:endParaRPr lang="en-IN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1C1629F-6966-2CEB-ECBC-6EAF57F8A528}"/>
              </a:ext>
            </a:extLst>
          </p:cNvPr>
          <p:cNvSpPr/>
          <p:nvPr/>
        </p:nvSpPr>
        <p:spPr>
          <a:xfrm>
            <a:off x="2276158" y="6052652"/>
            <a:ext cx="943898" cy="36933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6601DF-29FD-AA00-2EC8-1105791F93E3}"/>
              </a:ext>
            </a:extLst>
          </p:cNvPr>
          <p:cNvSpPr txBox="1"/>
          <p:nvPr/>
        </p:nvSpPr>
        <p:spPr>
          <a:xfrm>
            <a:off x="2276157" y="6052652"/>
            <a:ext cx="1111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compare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736A46-72E3-7AEA-D9FE-8C8C6A3D7389}"/>
              </a:ext>
            </a:extLst>
          </p:cNvPr>
          <p:cNvSpPr txBox="1"/>
          <p:nvPr/>
        </p:nvSpPr>
        <p:spPr>
          <a:xfrm>
            <a:off x="4748981" y="1091381"/>
            <a:ext cx="1887793" cy="383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compare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7D9F11-3321-3DEF-4C9C-63E5C7B8D0A9}"/>
              </a:ext>
            </a:extLst>
          </p:cNvPr>
          <p:cNvSpPr txBox="1"/>
          <p:nvPr/>
        </p:nvSpPr>
        <p:spPr>
          <a:xfrm>
            <a:off x="4343394" y="2258256"/>
            <a:ext cx="1111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Product name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9F38D6-AC16-7BC6-68EC-7ED2ECC2236C}"/>
              </a:ext>
            </a:extLst>
          </p:cNvPr>
          <p:cNvSpPr txBox="1"/>
          <p:nvPr/>
        </p:nvSpPr>
        <p:spPr>
          <a:xfrm>
            <a:off x="5230762" y="2210111"/>
            <a:ext cx="712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EAA59C-5686-0649-5978-20C70033D642}"/>
              </a:ext>
            </a:extLst>
          </p:cNvPr>
          <p:cNvSpPr txBox="1"/>
          <p:nvPr/>
        </p:nvSpPr>
        <p:spPr>
          <a:xfrm>
            <a:off x="4305309" y="4258132"/>
            <a:ext cx="860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Rating</a:t>
            </a:r>
          </a:p>
          <a:p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74311B-2D25-35AF-6DFC-C286A1FD7D4C}"/>
              </a:ext>
            </a:extLst>
          </p:cNvPr>
          <p:cNvSpPr txBox="1"/>
          <p:nvPr/>
        </p:nvSpPr>
        <p:spPr>
          <a:xfrm>
            <a:off x="4305309" y="4774026"/>
            <a:ext cx="835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Details</a:t>
            </a:r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EBAB6BC-F575-1215-B15A-DE65BAF9909A}"/>
              </a:ext>
            </a:extLst>
          </p:cNvPr>
          <p:cNvCxnSpPr>
            <a:cxnSpLocks/>
          </p:cNvCxnSpPr>
          <p:nvPr/>
        </p:nvCxnSpPr>
        <p:spPr>
          <a:xfrm>
            <a:off x="1194615" y="4277031"/>
            <a:ext cx="0" cy="2009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EBB3B20-E6C8-29DA-9A46-282224AA4DD7}"/>
              </a:ext>
            </a:extLst>
          </p:cNvPr>
          <p:cNvCxnSpPr/>
          <p:nvPr/>
        </p:nvCxnSpPr>
        <p:spPr>
          <a:xfrm>
            <a:off x="363777" y="1525694"/>
            <a:ext cx="277756" cy="11298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9321FDF1-F499-C380-B4FE-DD007898A6E7}"/>
              </a:ext>
            </a:extLst>
          </p:cNvPr>
          <p:cNvSpPr txBox="1"/>
          <p:nvPr/>
        </p:nvSpPr>
        <p:spPr>
          <a:xfrm>
            <a:off x="0" y="1314821"/>
            <a:ext cx="1194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Rating </a:t>
            </a:r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D7FAA2E-B5E7-2E26-4B34-FF7BFA6E1E9E}"/>
              </a:ext>
            </a:extLst>
          </p:cNvPr>
          <p:cNvSpPr/>
          <p:nvPr/>
        </p:nvSpPr>
        <p:spPr>
          <a:xfrm>
            <a:off x="2086891" y="2655501"/>
            <a:ext cx="319552" cy="19664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2425839-DBE9-6BB3-5F64-15A4A9731158}"/>
              </a:ext>
            </a:extLst>
          </p:cNvPr>
          <p:cNvSpPr/>
          <p:nvPr/>
        </p:nvSpPr>
        <p:spPr>
          <a:xfrm>
            <a:off x="592387" y="4722179"/>
            <a:ext cx="319552" cy="19664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22E819F-42DC-4716-B48D-0FEDB7BCB324}"/>
              </a:ext>
            </a:extLst>
          </p:cNvPr>
          <p:cNvSpPr/>
          <p:nvPr/>
        </p:nvSpPr>
        <p:spPr>
          <a:xfrm>
            <a:off x="2190119" y="4721757"/>
            <a:ext cx="319552" cy="19664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1A1E812-8DDF-E6F7-E50A-6A0F94881D22}"/>
              </a:ext>
            </a:extLst>
          </p:cNvPr>
          <p:cNvSpPr/>
          <p:nvPr/>
        </p:nvSpPr>
        <p:spPr>
          <a:xfrm>
            <a:off x="612663" y="2644134"/>
            <a:ext cx="319552" cy="196647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DB32E4-57F4-242F-2946-E327C552394B}"/>
              </a:ext>
            </a:extLst>
          </p:cNvPr>
          <p:cNvSpPr txBox="1"/>
          <p:nvPr/>
        </p:nvSpPr>
        <p:spPr>
          <a:xfrm>
            <a:off x="641533" y="3875359"/>
            <a:ext cx="20820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Product name </a:t>
            </a:r>
            <a:endParaRPr lang="en-IN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23D8077-4363-0735-EBE0-A906979B77DC}"/>
              </a:ext>
            </a:extLst>
          </p:cNvPr>
          <p:cNvSpPr/>
          <p:nvPr/>
        </p:nvSpPr>
        <p:spPr>
          <a:xfrm>
            <a:off x="8556520" y="2555379"/>
            <a:ext cx="1371604" cy="13199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E43B0F7-CEAF-6C74-B015-CD40122A53C9}"/>
              </a:ext>
            </a:extLst>
          </p:cNvPr>
          <p:cNvSpPr/>
          <p:nvPr/>
        </p:nvSpPr>
        <p:spPr>
          <a:xfrm>
            <a:off x="732498" y="2232545"/>
            <a:ext cx="2654710" cy="27530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Search </a:t>
            </a:r>
            <a:endParaRPr lang="en-IN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C91DCF7E-2666-4A4F-F4B3-6708EABA11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831682" y="1739718"/>
            <a:ext cx="552815" cy="380068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1E20AF5-D7D2-CC27-70C5-0EFB62C842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004572" y="1824501"/>
            <a:ext cx="552815" cy="38006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CA99E477-13F2-4A2B-BB6A-B0C2FE376CEE}"/>
              </a:ext>
            </a:extLst>
          </p:cNvPr>
          <p:cNvSpPr txBox="1"/>
          <p:nvPr/>
        </p:nvSpPr>
        <p:spPr>
          <a:xfrm>
            <a:off x="8549151" y="1954950"/>
            <a:ext cx="2163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Store name</a:t>
            </a:r>
            <a:endParaRPr lang="en-IN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319A922-159E-9302-8552-15FEDC0707B0}"/>
              </a:ext>
            </a:extLst>
          </p:cNvPr>
          <p:cNvSpPr/>
          <p:nvPr/>
        </p:nvSpPr>
        <p:spPr>
          <a:xfrm>
            <a:off x="8357425" y="2454731"/>
            <a:ext cx="550607" cy="42080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Star: 5 Points 39">
            <a:extLst>
              <a:ext uri="{FF2B5EF4-FFF2-40B4-BE49-F238E27FC236}">
                <a16:creationId xmlns:a16="http://schemas.microsoft.com/office/drawing/2014/main" id="{C406CE70-D529-2C2B-E162-93DCF956B7C1}"/>
              </a:ext>
            </a:extLst>
          </p:cNvPr>
          <p:cNvSpPr/>
          <p:nvPr/>
        </p:nvSpPr>
        <p:spPr>
          <a:xfrm>
            <a:off x="8391835" y="2528982"/>
            <a:ext cx="98323" cy="126519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Star: 5 Points 41">
            <a:extLst>
              <a:ext uri="{FF2B5EF4-FFF2-40B4-BE49-F238E27FC236}">
                <a16:creationId xmlns:a16="http://schemas.microsoft.com/office/drawing/2014/main" id="{925582BF-B770-57E6-3291-BB1C85B612B9}"/>
              </a:ext>
            </a:extLst>
          </p:cNvPr>
          <p:cNvSpPr/>
          <p:nvPr/>
        </p:nvSpPr>
        <p:spPr>
          <a:xfrm>
            <a:off x="8534406" y="2541386"/>
            <a:ext cx="98323" cy="126519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Star: 5 Points 42">
            <a:extLst>
              <a:ext uri="{FF2B5EF4-FFF2-40B4-BE49-F238E27FC236}">
                <a16:creationId xmlns:a16="http://schemas.microsoft.com/office/drawing/2014/main" id="{8D244EC8-FE87-592D-C402-8CE72AD77FDC}"/>
              </a:ext>
            </a:extLst>
          </p:cNvPr>
          <p:cNvSpPr/>
          <p:nvPr/>
        </p:nvSpPr>
        <p:spPr>
          <a:xfrm>
            <a:off x="8689264" y="2533896"/>
            <a:ext cx="98323" cy="126519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86AC3F5-E9D8-F2C7-C855-10A23FA491AD}"/>
              </a:ext>
            </a:extLst>
          </p:cNvPr>
          <p:cNvSpPr txBox="1"/>
          <p:nvPr/>
        </p:nvSpPr>
        <p:spPr>
          <a:xfrm>
            <a:off x="8440996" y="2622563"/>
            <a:ext cx="7325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96</a:t>
            </a:r>
            <a:endParaRPr lang="en-IN" sz="1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064A4C0-E34B-A922-9962-DFB782362209}"/>
              </a:ext>
            </a:extLst>
          </p:cNvPr>
          <p:cNvSpPr txBox="1"/>
          <p:nvPr/>
        </p:nvSpPr>
        <p:spPr>
          <a:xfrm>
            <a:off x="8495083" y="3822971"/>
            <a:ext cx="1686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Product name </a:t>
            </a:r>
            <a:endParaRPr lang="en-IN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92A3D5B-F08B-534E-EF97-970180121BAC}"/>
              </a:ext>
            </a:extLst>
          </p:cNvPr>
          <p:cNvSpPr txBox="1"/>
          <p:nvPr/>
        </p:nvSpPr>
        <p:spPr>
          <a:xfrm>
            <a:off x="8908032" y="4186232"/>
            <a:ext cx="1101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Price </a:t>
            </a:r>
            <a:endParaRPr lang="en-IN" dirty="0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8EDE17B-3A27-1197-511B-0A48AD40DA94}"/>
              </a:ext>
            </a:extLst>
          </p:cNvPr>
          <p:cNvSpPr/>
          <p:nvPr/>
        </p:nvSpPr>
        <p:spPr>
          <a:xfrm>
            <a:off x="7806820" y="4160497"/>
            <a:ext cx="1101212" cy="42080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Buy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EC1DD27-7BA7-19EC-FF49-B1FC33E8D597}"/>
              </a:ext>
            </a:extLst>
          </p:cNvPr>
          <p:cNvSpPr/>
          <p:nvPr/>
        </p:nvSpPr>
        <p:spPr>
          <a:xfrm>
            <a:off x="9529927" y="4134461"/>
            <a:ext cx="1101212" cy="42080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Cart</a:t>
            </a:r>
          </a:p>
        </p:txBody>
      </p:sp>
      <p:sp>
        <p:nvSpPr>
          <p:cNvPr id="52" name="Plus Sign 51">
            <a:extLst>
              <a:ext uri="{FF2B5EF4-FFF2-40B4-BE49-F238E27FC236}">
                <a16:creationId xmlns:a16="http://schemas.microsoft.com/office/drawing/2014/main" id="{912B588F-3AF7-56FA-FA0F-27B147BF4FA4}"/>
              </a:ext>
            </a:extLst>
          </p:cNvPr>
          <p:cNvSpPr/>
          <p:nvPr/>
        </p:nvSpPr>
        <p:spPr>
          <a:xfrm>
            <a:off x="10274718" y="4234857"/>
            <a:ext cx="282669" cy="232257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Minus Sign 52">
            <a:extLst>
              <a:ext uri="{FF2B5EF4-FFF2-40B4-BE49-F238E27FC236}">
                <a16:creationId xmlns:a16="http://schemas.microsoft.com/office/drawing/2014/main" id="{C444A975-3D89-6541-18FA-D9FB1D3842CE}"/>
              </a:ext>
            </a:extLst>
          </p:cNvPr>
          <p:cNvSpPr/>
          <p:nvPr/>
        </p:nvSpPr>
        <p:spPr>
          <a:xfrm>
            <a:off x="9582791" y="4243342"/>
            <a:ext cx="267917" cy="230002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992FA43-73AD-5353-9386-98895FB246B0}"/>
              </a:ext>
            </a:extLst>
          </p:cNvPr>
          <p:cNvSpPr txBox="1"/>
          <p:nvPr/>
        </p:nvSpPr>
        <p:spPr>
          <a:xfrm>
            <a:off x="7973961" y="4820080"/>
            <a:ext cx="1297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Details</a:t>
            </a:r>
            <a:endParaRPr lang="en-IN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A392DA4-6925-9C0A-D3DF-50299920693D}"/>
              </a:ext>
            </a:extLst>
          </p:cNvPr>
          <p:cNvSpPr txBox="1"/>
          <p:nvPr/>
        </p:nvSpPr>
        <p:spPr>
          <a:xfrm>
            <a:off x="4305309" y="2975554"/>
            <a:ext cx="9881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Product image</a:t>
            </a:r>
            <a:endParaRPr lang="en-IN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8F52FD9-1E96-1B62-480A-3C115A511A21}"/>
              </a:ext>
            </a:extLst>
          </p:cNvPr>
          <p:cNvSpPr txBox="1"/>
          <p:nvPr/>
        </p:nvSpPr>
        <p:spPr>
          <a:xfrm>
            <a:off x="4305309" y="3823502"/>
            <a:ext cx="801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Price </a:t>
            </a:r>
            <a:endParaRPr lang="en-IN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FCD9EC1-D81E-7B50-D737-AF40E9FFFE92}"/>
              </a:ext>
            </a:extLst>
          </p:cNvPr>
          <p:cNvSpPr txBox="1"/>
          <p:nvPr/>
        </p:nvSpPr>
        <p:spPr>
          <a:xfrm>
            <a:off x="4340942" y="5311334"/>
            <a:ext cx="8160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8692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307D3F0-4552-6C99-341A-33F6E32B2450}"/>
              </a:ext>
            </a:extLst>
          </p:cNvPr>
          <p:cNvSpPr/>
          <p:nvPr/>
        </p:nvSpPr>
        <p:spPr>
          <a:xfrm>
            <a:off x="1022554" y="1494498"/>
            <a:ext cx="3008671" cy="512260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105E8C-D3D0-4589-E6A7-B2F34D15EE99}"/>
              </a:ext>
            </a:extLst>
          </p:cNvPr>
          <p:cNvSpPr/>
          <p:nvPr/>
        </p:nvSpPr>
        <p:spPr>
          <a:xfrm>
            <a:off x="4881715" y="1494498"/>
            <a:ext cx="3008671" cy="512260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+mj-lt"/>
              <a:buAutoNum type="arabicPeriod"/>
            </a:pPr>
            <a:r>
              <a:rPr lang="en-US" dirty="0"/>
              <a:t>Name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US" dirty="0"/>
              <a:t>Mobile number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US" dirty="0"/>
              <a:t>Pin code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US" dirty="0"/>
              <a:t>Flat, house no.,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US" dirty="0"/>
              <a:t>Area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US" dirty="0"/>
              <a:t>Landmark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US" dirty="0"/>
              <a:t>Town/city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US" dirty="0"/>
              <a:t>State</a:t>
            </a:r>
          </a:p>
          <a:p>
            <a:pPr marL="342900" indent="-342900" algn="ctr">
              <a:buFont typeface="+mj-lt"/>
              <a:buAutoNum type="arabicPeriod"/>
            </a:pPr>
            <a:r>
              <a:rPr lang="en-US" dirty="0"/>
              <a:t>Or, use current location</a:t>
            </a:r>
            <a:endParaRPr lang="en-IN" dirty="0"/>
          </a:p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9D88B8-D0F6-6CB1-2D51-B4F8520B447C}"/>
              </a:ext>
            </a:extLst>
          </p:cNvPr>
          <p:cNvSpPr txBox="1"/>
          <p:nvPr/>
        </p:nvSpPr>
        <p:spPr>
          <a:xfrm>
            <a:off x="1877961" y="1029616"/>
            <a:ext cx="1917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Cart 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322F7-B423-6746-12F0-8F9E0D24C20A}"/>
              </a:ext>
            </a:extLst>
          </p:cNvPr>
          <p:cNvSpPr/>
          <p:nvPr/>
        </p:nvSpPr>
        <p:spPr>
          <a:xfrm>
            <a:off x="1214280" y="2298291"/>
            <a:ext cx="943897" cy="11307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A999D1-2F4C-1BFF-4BD0-B5C07A043F23}"/>
              </a:ext>
            </a:extLst>
          </p:cNvPr>
          <p:cNvSpPr/>
          <p:nvPr/>
        </p:nvSpPr>
        <p:spPr>
          <a:xfrm>
            <a:off x="1214280" y="4232792"/>
            <a:ext cx="943897" cy="11307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A4F4F4-9F5E-5B08-AE2A-50FE63438F48}"/>
              </a:ext>
            </a:extLst>
          </p:cNvPr>
          <p:cNvSpPr/>
          <p:nvPr/>
        </p:nvSpPr>
        <p:spPr>
          <a:xfrm>
            <a:off x="1214280" y="3524551"/>
            <a:ext cx="943897" cy="2654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IN" dirty="0"/>
          </a:p>
        </p:txBody>
      </p:sp>
      <p:sp>
        <p:nvSpPr>
          <p:cNvPr id="9" name="Plus Sign 8">
            <a:extLst>
              <a:ext uri="{FF2B5EF4-FFF2-40B4-BE49-F238E27FC236}">
                <a16:creationId xmlns:a16="http://schemas.microsoft.com/office/drawing/2014/main" id="{6442C8AD-E37E-20C6-4FD5-D4A3D2D21DFC}"/>
              </a:ext>
            </a:extLst>
          </p:cNvPr>
          <p:cNvSpPr/>
          <p:nvPr/>
        </p:nvSpPr>
        <p:spPr>
          <a:xfrm>
            <a:off x="1877961" y="3539612"/>
            <a:ext cx="280216" cy="226141"/>
          </a:xfrm>
          <a:prstGeom prst="mathPl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Minus Sign 9">
            <a:extLst>
              <a:ext uri="{FF2B5EF4-FFF2-40B4-BE49-F238E27FC236}">
                <a16:creationId xmlns:a16="http://schemas.microsoft.com/office/drawing/2014/main" id="{5536E255-FB63-855E-A21A-794A80FF36F5}"/>
              </a:ext>
            </a:extLst>
          </p:cNvPr>
          <p:cNvSpPr/>
          <p:nvPr/>
        </p:nvSpPr>
        <p:spPr>
          <a:xfrm>
            <a:off x="1214280" y="3473397"/>
            <a:ext cx="280216" cy="356419"/>
          </a:xfrm>
          <a:prstGeom prst="mathMin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8090CCC-63EE-4E4A-4B97-FD7FAA5EE025}"/>
              </a:ext>
            </a:extLst>
          </p:cNvPr>
          <p:cNvSpPr/>
          <p:nvPr/>
        </p:nvSpPr>
        <p:spPr>
          <a:xfrm>
            <a:off x="2738287" y="5366769"/>
            <a:ext cx="1056964" cy="46161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Buy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F8C03B-2630-4B24-DC26-AF3268C971CB}"/>
              </a:ext>
            </a:extLst>
          </p:cNvPr>
          <p:cNvSpPr txBox="1"/>
          <p:nvPr/>
        </p:nvSpPr>
        <p:spPr>
          <a:xfrm>
            <a:off x="2374486" y="2298291"/>
            <a:ext cx="1568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Product name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0E8A06-DF8A-E9AF-FD73-9E31BE5973D6}"/>
              </a:ext>
            </a:extLst>
          </p:cNvPr>
          <p:cNvSpPr txBox="1"/>
          <p:nvPr/>
        </p:nvSpPr>
        <p:spPr>
          <a:xfrm>
            <a:off x="2836606" y="3244334"/>
            <a:ext cx="1056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Price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DC0CC2-3C11-E252-6381-2AC185A6A36A}"/>
              </a:ext>
            </a:extLst>
          </p:cNvPr>
          <p:cNvSpPr txBox="1"/>
          <p:nvPr/>
        </p:nvSpPr>
        <p:spPr>
          <a:xfrm>
            <a:off x="5916558" y="1928959"/>
            <a:ext cx="1843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Address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2F371D2-8547-9749-67B7-0085EDBC05C8}"/>
              </a:ext>
            </a:extLst>
          </p:cNvPr>
          <p:cNvSpPr/>
          <p:nvPr/>
        </p:nvSpPr>
        <p:spPr>
          <a:xfrm>
            <a:off x="8568811" y="1494498"/>
            <a:ext cx="3008671" cy="512260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F672E7-24E7-CCDE-04B3-9152CA964252}"/>
              </a:ext>
            </a:extLst>
          </p:cNvPr>
          <p:cNvSpPr txBox="1"/>
          <p:nvPr/>
        </p:nvSpPr>
        <p:spPr>
          <a:xfrm>
            <a:off x="8568811" y="2113625"/>
            <a:ext cx="2821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a payment method</a:t>
            </a:r>
            <a:endParaRPr lang="en-IN" dirty="0"/>
          </a:p>
        </p:txBody>
      </p:sp>
      <p:sp>
        <p:nvSpPr>
          <p:cNvPr id="23" name="Rectangle: Top Corners Rounded 22">
            <a:extLst>
              <a:ext uri="{FF2B5EF4-FFF2-40B4-BE49-F238E27FC236}">
                <a16:creationId xmlns:a16="http://schemas.microsoft.com/office/drawing/2014/main" id="{AFE99C62-63A8-85A8-BC14-FC85E4203BF8}"/>
              </a:ext>
            </a:extLst>
          </p:cNvPr>
          <p:cNvSpPr/>
          <p:nvPr/>
        </p:nvSpPr>
        <p:spPr>
          <a:xfrm>
            <a:off x="9045677" y="5938684"/>
            <a:ext cx="2084439" cy="294968"/>
          </a:xfrm>
          <a:prstGeom prst="round2Same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Continue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0298308-BB64-5480-0985-DE3364FCB9C9}"/>
              </a:ext>
            </a:extLst>
          </p:cNvPr>
          <p:cNvSpPr/>
          <p:nvPr/>
        </p:nvSpPr>
        <p:spPr>
          <a:xfrm>
            <a:off x="8937523" y="2863645"/>
            <a:ext cx="176980" cy="23843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8ACE93E-8489-104E-8FC6-41E029C2B915}"/>
              </a:ext>
            </a:extLst>
          </p:cNvPr>
          <p:cNvSpPr/>
          <p:nvPr/>
        </p:nvSpPr>
        <p:spPr>
          <a:xfrm>
            <a:off x="8937523" y="3494446"/>
            <a:ext cx="176980" cy="23843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225F281-5A32-0F0A-444F-0CC485E8D076}"/>
              </a:ext>
            </a:extLst>
          </p:cNvPr>
          <p:cNvSpPr/>
          <p:nvPr/>
        </p:nvSpPr>
        <p:spPr>
          <a:xfrm>
            <a:off x="8937523" y="4103892"/>
            <a:ext cx="176980" cy="23843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E4CDB85-B847-B2D0-20BE-850F9B57E155}"/>
              </a:ext>
            </a:extLst>
          </p:cNvPr>
          <p:cNvSpPr/>
          <p:nvPr/>
        </p:nvSpPr>
        <p:spPr>
          <a:xfrm>
            <a:off x="9242323" y="2816025"/>
            <a:ext cx="2148346" cy="29496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Other UPI id </a:t>
            </a:r>
            <a:endParaRPr lang="en-IN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39FDD28-AA15-B54A-06C8-1CF232E48FAA}"/>
              </a:ext>
            </a:extLst>
          </p:cNvPr>
          <p:cNvSpPr/>
          <p:nvPr/>
        </p:nvSpPr>
        <p:spPr>
          <a:xfrm>
            <a:off x="9198073" y="3456808"/>
            <a:ext cx="2305663" cy="31371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Pay with debit/credit </a:t>
            </a:r>
            <a:endParaRPr lang="en-IN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9D10DC9-93EE-2F6F-A17A-7FA3364E0F7D}"/>
              </a:ext>
            </a:extLst>
          </p:cNvPr>
          <p:cNvSpPr/>
          <p:nvPr/>
        </p:nvSpPr>
        <p:spPr>
          <a:xfrm>
            <a:off x="9271819" y="4107579"/>
            <a:ext cx="2148346" cy="29496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Cash on delivery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6014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71DF431-B1DB-DA77-6C85-5E4A5C8D1842}"/>
              </a:ext>
            </a:extLst>
          </p:cNvPr>
          <p:cNvSpPr/>
          <p:nvPr/>
        </p:nvSpPr>
        <p:spPr>
          <a:xfrm>
            <a:off x="8239435" y="1490205"/>
            <a:ext cx="3008671" cy="512260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D768CD6-D832-11B2-5E6C-7FC6810CE995}"/>
              </a:ext>
            </a:extLst>
          </p:cNvPr>
          <p:cNvSpPr/>
          <p:nvPr/>
        </p:nvSpPr>
        <p:spPr>
          <a:xfrm>
            <a:off x="4675238" y="1494500"/>
            <a:ext cx="3008671" cy="512260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9B068FA-F67B-EB98-2499-54AE258BE7BE}"/>
              </a:ext>
            </a:extLst>
          </p:cNvPr>
          <p:cNvSpPr/>
          <p:nvPr/>
        </p:nvSpPr>
        <p:spPr>
          <a:xfrm>
            <a:off x="943896" y="1494500"/>
            <a:ext cx="3008671" cy="512260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A5CA8D-98F5-3C0F-1689-71F209AB37E6}"/>
              </a:ext>
            </a:extLst>
          </p:cNvPr>
          <p:cNvSpPr txBox="1"/>
          <p:nvPr/>
        </p:nvSpPr>
        <p:spPr>
          <a:xfrm>
            <a:off x="2290916" y="560439"/>
            <a:ext cx="2384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Seller page</a:t>
            </a:r>
          </a:p>
          <a:p>
            <a:endParaRPr lang="en-IN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26875E3-7A8C-1EE0-299F-B55E3D6899CD}"/>
              </a:ext>
            </a:extLst>
          </p:cNvPr>
          <p:cNvSpPr/>
          <p:nvPr/>
        </p:nvSpPr>
        <p:spPr>
          <a:xfrm>
            <a:off x="1258527" y="5710395"/>
            <a:ext cx="2222091" cy="53094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47FB2B-B7B8-8866-E9A9-56832ACCDEE0}"/>
              </a:ext>
            </a:extLst>
          </p:cNvPr>
          <p:cNvSpPr txBox="1"/>
          <p:nvPr/>
        </p:nvSpPr>
        <p:spPr>
          <a:xfrm>
            <a:off x="1661651" y="5791200"/>
            <a:ext cx="1415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Login page</a:t>
            </a:r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B98F303-FF22-77C1-FFE0-CF06D4AD9F93}"/>
              </a:ext>
            </a:extLst>
          </p:cNvPr>
          <p:cNvSpPr/>
          <p:nvPr/>
        </p:nvSpPr>
        <p:spPr>
          <a:xfrm>
            <a:off x="5073444" y="2458065"/>
            <a:ext cx="2212258" cy="41295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Enter the store name</a:t>
            </a:r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BA7F687-5488-DF41-9DA7-9632F9EFF3A3}"/>
              </a:ext>
            </a:extLst>
          </p:cNvPr>
          <p:cNvSpPr/>
          <p:nvPr/>
        </p:nvSpPr>
        <p:spPr>
          <a:xfrm>
            <a:off x="5073444" y="3274142"/>
            <a:ext cx="2212258" cy="41295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Select the category </a:t>
            </a:r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A57F0C9-86F5-30EF-06B6-5A3FFBA8CE7C}"/>
              </a:ext>
            </a:extLst>
          </p:cNvPr>
          <p:cNvSpPr/>
          <p:nvPr/>
        </p:nvSpPr>
        <p:spPr>
          <a:xfrm>
            <a:off x="5073444" y="4006647"/>
            <a:ext cx="2212258" cy="99305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93C020-3B00-A01E-A67D-29DCBCDFE341}"/>
              </a:ext>
            </a:extLst>
          </p:cNvPr>
          <p:cNvSpPr txBox="1"/>
          <p:nvPr/>
        </p:nvSpPr>
        <p:spPr>
          <a:xfrm>
            <a:off x="5240593" y="4228013"/>
            <a:ext cx="1710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Address</a:t>
            </a:r>
          </a:p>
          <a:p>
            <a:endParaRPr lang="en-IN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36DB8E9-F9A1-62CF-6319-2CCA4001E402}"/>
              </a:ext>
            </a:extLst>
          </p:cNvPr>
          <p:cNvSpPr/>
          <p:nvPr/>
        </p:nvSpPr>
        <p:spPr>
          <a:xfrm>
            <a:off x="5073444" y="5791200"/>
            <a:ext cx="2212258" cy="66859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Next Page</a:t>
            </a:r>
            <a:endParaRPr lang="en-IN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FAA9C4F-3472-5549-9A81-E3D915223BB2}"/>
              </a:ext>
            </a:extLst>
          </p:cNvPr>
          <p:cNvSpPr/>
          <p:nvPr/>
        </p:nvSpPr>
        <p:spPr>
          <a:xfrm>
            <a:off x="5073444" y="5275017"/>
            <a:ext cx="2212258" cy="34412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Pin code 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ADD714-C657-9736-2A42-13A52868EC0A}"/>
              </a:ext>
            </a:extLst>
          </p:cNvPr>
          <p:cNvSpPr txBox="1"/>
          <p:nvPr/>
        </p:nvSpPr>
        <p:spPr>
          <a:xfrm>
            <a:off x="8878527" y="1622322"/>
            <a:ext cx="1927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/>
              <a:t>Product Details</a:t>
            </a:r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D1FE8B-CC57-3DA0-3F92-D4EBC4DFAC93}"/>
              </a:ext>
            </a:extLst>
          </p:cNvPr>
          <p:cNvSpPr/>
          <p:nvPr/>
        </p:nvSpPr>
        <p:spPr>
          <a:xfrm>
            <a:off x="8583560" y="2119477"/>
            <a:ext cx="747253" cy="8209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4D9269-59E7-CF71-5271-87CE74048102}"/>
              </a:ext>
            </a:extLst>
          </p:cNvPr>
          <p:cNvSpPr txBox="1"/>
          <p:nvPr/>
        </p:nvSpPr>
        <p:spPr>
          <a:xfrm>
            <a:off x="9429135" y="2119477"/>
            <a:ext cx="12388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Add product image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E6A92FF-EB76-B305-A247-5A3D7F4DE4DF}"/>
              </a:ext>
            </a:extLst>
          </p:cNvPr>
          <p:cNvSpPr/>
          <p:nvPr/>
        </p:nvSpPr>
        <p:spPr>
          <a:xfrm>
            <a:off x="8583560" y="3126658"/>
            <a:ext cx="2517059" cy="36933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Product name 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564DE52-4136-FC0B-DCBD-F7EB5F944C7A}"/>
              </a:ext>
            </a:extLst>
          </p:cNvPr>
          <p:cNvSpPr/>
          <p:nvPr/>
        </p:nvSpPr>
        <p:spPr>
          <a:xfrm>
            <a:off x="8603225" y="3682177"/>
            <a:ext cx="2517059" cy="36933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Product category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52942C-47D8-5E8D-153F-168AF90815DA}"/>
              </a:ext>
            </a:extLst>
          </p:cNvPr>
          <p:cNvSpPr txBox="1"/>
          <p:nvPr/>
        </p:nvSpPr>
        <p:spPr>
          <a:xfrm>
            <a:off x="8686799" y="4370470"/>
            <a:ext cx="1288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Price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9E5E18-65E8-7B4F-F1A9-DFF0207A26C8}"/>
              </a:ext>
            </a:extLst>
          </p:cNvPr>
          <p:cNvSpPr txBox="1"/>
          <p:nvPr/>
        </p:nvSpPr>
        <p:spPr>
          <a:xfrm>
            <a:off x="9842087" y="4223014"/>
            <a:ext cx="13863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Discounted price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3BFC35-61AA-A89B-87F7-A2F2E1E7FB1F}"/>
              </a:ext>
            </a:extLst>
          </p:cNvPr>
          <p:cNvSpPr txBox="1"/>
          <p:nvPr/>
        </p:nvSpPr>
        <p:spPr>
          <a:xfrm>
            <a:off x="8686799" y="5073445"/>
            <a:ext cx="1386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Product Unit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A9D5F7-1C5B-CF2B-3B2A-765F246AA631}"/>
              </a:ext>
            </a:extLst>
          </p:cNvPr>
          <p:cNvSpPr txBox="1"/>
          <p:nvPr/>
        </p:nvSpPr>
        <p:spPr>
          <a:xfrm>
            <a:off x="10235381" y="5073445"/>
            <a:ext cx="1012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kg</a:t>
            </a:r>
          </a:p>
        </p:txBody>
      </p:sp>
      <p:sp>
        <p:nvSpPr>
          <p:cNvPr id="26" name="Arrow: Chevron 25">
            <a:extLst>
              <a:ext uri="{FF2B5EF4-FFF2-40B4-BE49-F238E27FC236}">
                <a16:creationId xmlns:a16="http://schemas.microsoft.com/office/drawing/2014/main" id="{D2D79023-DD50-572C-BF0E-FADB6A1809D3}"/>
              </a:ext>
            </a:extLst>
          </p:cNvPr>
          <p:cNvSpPr/>
          <p:nvPr/>
        </p:nvSpPr>
        <p:spPr>
          <a:xfrm rot="5400000">
            <a:off x="10619674" y="5197827"/>
            <a:ext cx="96651" cy="176310"/>
          </a:xfrm>
          <a:prstGeom prst="chevr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CEC4210-1029-3D53-C4EA-E59D15692031}"/>
              </a:ext>
            </a:extLst>
          </p:cNvPr>
          <p:cNvSpPr/>
          <p:nvPr/>
        </p:nvSpPr>
        <p:spPr>
          <a:xfrm>
            <a:off x="8573724" y="5558559"/>
            <a:ext cx="2536724" cy="36933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Product details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80931E7-B729-DDEF-8A19-B5AF058EE56C}"/>
              </a:ext>
            </a:extLst>
          </p:cNvPr>
          <p:cNvSpPr/>
          <p:nvPr/>
        </p:nvSpPr>
        <p:spPr>
          <a:xfrm>
            <a:off x="6951406" y="5664676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EC864F3-0F20-4A20-B859-22B3A5C70C1A}"/>
              </a:ext>
            </a:extLst>
          </p:cNvPr>
          <p:cNvSpPr/>
          <p:nvPr/>
        </p:nvSpPr>
        <p:spPr>
          <a:xfrm>
            <a:off x="8927687" y="6147589"/>
            <a:ext cx="1877963" cy="37287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Next Page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0459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BB60412-6170-3C1F-8A62-8F038530DA06}"/>
              </a:ext>
            </a:extLst>
          </p:cNvPr>
          <p:cNvSpPr/>
          <p:nvPr/>
        </p:nvSpPr>
        <p:spPr>
          <a:xfrm>
            <a:off x="8406580" y="1494500"/>
            <a:ext cx="3008671" cy="512260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0E156B-06FE-0F7F-2995-65C206D702CE}"/>
              </a:ext>
            </a:extLst>
          </p:cNvPr>
          <p:cNvSpPr/>
          <p:nvPr/>
        </p:nvSpPr>
        <p:spPr>
          <a:xfrm>
            <a:off x="4689988" y="1409404"/>
            <a:ext cx="3008671" cy="512260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2A7B5CA-5CF9-2B52-E4CD-B3C026D7B146}"/>
              </a:ext>
            </a:extLst>
          </p:cNvPr>
          <p:cNvSpPr/>
          <p:nvPr/>
        </p:nvSpPr>
        <p:spPr>
          <a:xfrm>
            <a:off x="953728" y="1494500"/>
            <a:ext cx="3008671" cy="512260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794200-FF05-8D5E-CD5A-5D50DC6A02A6}"/>
              </a:ext>
            </a:extLst>
          </p:cNvPr>
          <p:cNvSpPr txBox="1"/>
          <p:nvPr/>
        </p:nvSpPr>
        <p:spPr>
          <a:xfrm>
            <a:off x="1081548" y="943897"/>
            <a:ext cx="30774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Add payment details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25813A0-90AA-DA4C-15D3-C61A7BB8167E}"/>
              </a:ext>
            </a:extLst>
          </p:cNvPr>
          <p:cNvSpPr/>
          <p:nvPr/>
        </p:nvSpPr>
        <p:spPr>
          <a:xfrm>
            <a:off x="1199535" y="2231923"/>
            <a:ext cx="2369575" cy="59976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Set up payment details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67F5FD1-B1D2-8937-FA7D-F2677900E446}"/>
              </a:ext>
            </a:extLst>
          </p:cNvPr>
          <p:cNvSpPr/>
          <p:nvPr/>
        </p:nvSpPr>
        <p:spPr>
          <a:xfrm>
            <a:off x="1199535" y="3150617"/>
            <a:ext cx="2369575" cy="59976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Cash on delivery   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069F2CF-D521-B173-EB85-4D3566D28CA4}"/>
              </a:ext>
            </a:extLst>
          </p:cNvPr>
          <p:cNvSpPr/>
          <p:nvPr/>
        </p:nvSpPr>
        <p:spPr>
          <a:xfrm>
            <a:off x="3298723" y="3295335"/>
            <a:ext cx="540774" cy="3539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B583B42-A521-C271-5EAA-0FBD6723845D}"/>
              </a:ext>
            </a:extLst>
          </p:cNvPr>
          <p:cNvSpPr/>
          <p:nvPr/>
        </p:nvSpPr>
        <p:spPr>
          <a:xfrm>
            <a:off x="3569110" y="3362167"/>
            <a:ext cx="245807" cy="22029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932F081-5C95-3683-EBE9-0BD8BAA4E876}"/>
              </a:ext>
            </a:extLst>
          </p:cNvPr>
          <p:cNvSpPr/>
          <p:nvPr/>
        </p:nvSpPr>
        <p:spPr>
          <a:xfrm>
            <a:off x="5231315" y="1801602"/>
            <a:ext cx="1729369" cy="63602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UPI  ID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919416C-9E02-2748-5D2F-DFD1EE92AA40}"/>
              </a:ext>
            </a:extLst>
          </p:cNvPr>
          <p:cNvSpPr/>
          <p:nvPr/>
        </p:nvSpPr>
        <p:spPr>
          <a:xfrm>
            <a:off x="5093110" y="3138638"/>
            <a:ext cx="2202426" cy="560438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Add bank details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59DEA1-5F6A-4F7C-B076-035ADF203416}"/>
              </a:ext>
            </a:extLst>
          </p:cNvPr>
          <p:cNvSpPr txBox="1"/>
          <p:nvPr/>
        </p:nvSpPr>
        <p:spPr>
          <a:xfrm>
            <a:off x="9271820" y="971247"/>
            <a:ext cx="3008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Shipping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9A833C-97B2-79E0-55C6-2F31475E17BD}"/>
              </a:ext>
            </a:extLst>
          </p:cNvPr>
          <p:cNvSpPr txBox="1"/>
          <p:nvPr/>
        </p:nvSpPr>
        <p:spPr>
          <a:xfrm>
            <a:off x="8799870" y="1951704"/>
            <a:ext cx="24384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Delivery time</a:t>
            </a:r>
          </a:p>
          <a:p>
            <a:r>
              <a:rPr lang="en-IN" sz="1000" dirty="0"/>
              <a:t>Delivery happens within</a:t>
            </a:r>
          </a:p>
        </p:txBody>
      </p: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B57931CA-87E9-DFA1-95AB-191CE17A68AA}"/>
              </a:ext>
            </a:extLst>
          </p:cNvPr>
          <p:cNvSpPr/>
          <p:nvPr/>
        </p:nvSpPr>
        <p:spPr>
          <a:xfrm rot="5400000">
            <a:off x="10558494" y="2123474"/>
            <a:ext cx="127820" cy="307501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345A27-F2C9-4D23-6EB4-FF9E03DB3AC1}"/>
              </a:ext>
            </a:extLst>
          </p:cNvPr>
          <p:cNvSpPr txBox="1"/>
          <p:nvPr/>
        </p:nvSpPr>
        <p:spPr>
          <a:xfrm>
            <a:off x="8888361" y="3028335"/>
            <a:ext cx="1730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Delivery charge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84C659E-7837-DE32-3F14-5F8855658E72}"/>
              </a:ext>
            </a:extLst>
          </p:cNvPr>
          <p:cNvSpPr/>
          <p:nvPr/>
        </p:nvSpPr>
        <p:spPr>
          <a:xfrm>
            <a:off x="10687665" y="3089043"/>
            <a:ext cx="560439" cy="25640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419CB61-9DA0-D569-38C6-3E452317A4A0}"/>
              </a:ext>
            </a:extLst>
          </p:cNvPr>
          <p:cNvSpPr/>
          <p:nvPr/>
        </p:nvSpPr>
        <p:spPr>
          <a:xfrm>
            <a:off x="10992464" y="3111909"/>
            <a:ext cx="245807" cy="23353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A25D4D0-AABA-271C-5032-659E05CABAD7}"/>
              </a:ext>
            </a:extLst>
          </p:cNvPr>
          <p:cNvSpPr txBox="1"/>
          <p:nvPr/>
        </p:nvSpPr>
        <p:spPr>
          <a:xfrm>
            <a:off x="8888361" y="3750384"/>
            <a:ext cx="2104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Free delivery above</a:t>
            </a:r>
          </a:p>
          <a:p>
            <a:r>
              <a:rPr lang="en-IN" dirty="0"/>
              <a:t>$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09ADC0-6BFA-5D50-EDB4-025DF8011C83}"/>
              </a:ext>
            </a:extLst>
          </p:cNvPr>
          <p:cNvSpPr txBox="1"/>
          <p:nvPr/>
        </p:nvSpPr>
        <p:spPr>
          <a:xfrm>
            <a:off x="8976852" y="4689987"/>
            <a:ext cx="2271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Free delivery within </a:t>
            </a:r>
          </a:p>
        </p:txBody>
      </p: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B23C704F-8DA1-D8DB-808A-9FA03526EB60}"/>
              </a:ext>
            </a:extLst>
          </p:cNvPr>
          <p:cNvSpPr/>
          <p:nvPr/>
        </p:nvSpPr>
        <p:spPr>
          <a:xfrm rot="5400000">
            <a:off x="11081131" y="4718938"/>
            <a:ext cx="102885" cy="339213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16AC97E-9CFC-4381-EE13-F21A72C28EBC}"/>
              </a:ext>
            </a:extLst>
          </p:cNvPr>
          <p:cNvSpPr/>
          <p:nvPr/>
        </p:nvSpPr>
        <p:spPr>
          <a:xfrm>
            <a:off x="5458631" y="1971168"/>
            <a:ext cx="169849" cy="29689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A085E02-3041-90D9-28E9-D0D6D354FD27}"/>
              </a:ext>
            </a:extLst>
          </p:cNvPr>
          <p:cNvSpPr/>
          <p:nvPr/>
        </p:nvSpPr>
        <p:spPr>
          <a:xfrm>
            <a:off x="5152968" y="3295335"/>
            <a:ext cx="159772" cy="267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F1655F-DEAE-BAF0-E288-F77BFD4135B1}"/>
              </a:ext>
            </a:extLst>
          </p:cNvPr>
          <p:cNvSpPr txBox="1"/>
          <p:nvPr/>
        </p:nvSpPr>
        <p:spPr>
          <a:xfrm>
            <a:off x="5083276" y="3883742"/>
            <a:ext cx="2202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Account holder name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308D982-88BA-8F3A-D56A-149B4B33E57F}"/>
              </a:ext>
            </a:extLst>
          </p:cNvPr>
          <p:cNvSpPr txBox="1"/>
          <p:nvPr/>
        </p:nvSpPr>
        <p:spPr>
          <a:xfrm>
            <a:off x="5163045" y="4505321"/>
            <a:ext cx="1910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Account number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5A6A58-4E60-391E-FF9F-0337FA2B4D58}"/>
              </a:ext>
            </a:extLst>
          </p:cNvPr>
          <p:cNvSpPr txBox="1"/>
          <p:nvPr/>
        </p:nvSpPr>
        <p:spPr>
          <a:xfrm>
            <a:off x="5163045" y="5162383"/>
            <a:ext cx="1703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IFSC code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5A62715-03CB-5196-F0E0-4F7705D584E6}"/>
              </a:ext>
            </a:extLst>
          </p:cNvPr>
          <p:cNvCxnSpPr/>
          <p:nvPr/>
        </p:nvCxnSpPr>
        <p:spPr>
          <a:xfrm>
            <a:off x="5163045" y="4253074"/>
            <a:ext cx="20243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98A044A-E3FB-5D29-318A-665A5B9F72B3}"/>
              </a:ext>
            </a:extLst>
          </p:cNvPr>
          <p:cNvCxnSpPr>
            <a:cxnSpLocks/>
          </p:cNvCxnSpPr>
          <p:nvPr/>
        </p:nvCxnSpPr>
        <p:spPr>
          <a:xfrm flipH="1">
            <a:off x="5240594" y="4874653"/>
            <a:ext cx="1946787" cy="119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DDE8B5D-969A-9E6D-7BC3-149B642DBD54}"/>
              </a:ext>
            </a:extLst>
          </p:cNvPr>
          <p:cNvCxnSpPr>
            <a:cxnSpLocks/>
          </p:cNvCxnSpPr>
          <p:nvPr/>
        </p:nvCxnSpPr>
        <p:spPr>
          <a:xfrm flipV="1">
            <a:off x="5237892" y="5496231"/>
            <a:ext cx="1949489" cy="354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2A0D892-25E8-8AE2-F7B0-11D8CC41578F}"/>
              </a:ext>
            </a:extLst>
          </p:cNvPr>
          <p:cNvSpPr txBox="1"/>
          <p:nvPr/>
        </p:nvSpPr>
        <p:spPr>
          <a:xfrm>
            <a:off x="4823827" y="2489090"/>
            <a:ext cx="3008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BHIM Gpay Phonepe Paytm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6589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7BE8A1F-1771-BF55-FC35-9D4D6DDD25A5}"/>
              </a:ext>
            </a:extLst>
          </p:cNvPr>
          <p:cNvSpPr/>
          <p:nvPr/>
        </p:nvSpPr>
        <p:spPr>
          <a:xfrm>
            <a:off x="4680154" y="1465000"/>
            <a:ext cx="3008671" cy="512260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6DDE7FA-B6DA-30AE-5ADD-0EFDDA91EE62}"/>
              </a:ext>
            </a:extLst>
          </p:cNvPr>
          <p:cNvSpPr/>
          <p:nvPr/>
        </p:nvSpPr>
        <p:spPr>
          <a:xfrm>
            <a:off x="540774" y="1563326"/>
            <a:ext cx="3008671" cy="512260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299A522-D5ED-8BF0-684F-8D438C58C18B}"/>
              </a:ext>
            </a:extLst>
          </p:cNvPr>
          <p:cNvSpPr/>
          <p:nvPr/>
        </p:nvSpPr>
        <p:spPr>
          <a:xfrm>
            <a:off x="8799870" y="1474835"/>
            <a:ext cx="3008671" cy="5122607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51A994-A537-C57F-C6C0-63D43AE96DF3}"/>
              </a:ext>
            </a:extLst>
          </p:cNvPr>
          <p:cNvSpPr/>
          <p:nvPr/>
        </p:nvSpPr>
        <p:spPr>
          <a:xfrm>
            <a:off x="1789470" y="6184489"/>
            <a:ext cx="511277" cy="4326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5D42E8-F273-A571-2ADC-890453995CE5}"/>
              </a:ext>
            </a:extLst>
          </p:cNvPr>
          <p:cNvSpPr/>
          <p:nvPr/>
        </p:nvSpPr>
        <p:spPr>
          <a:xfrm>
            <a:off x="1789470" y="6184484"/>
            <a:ext cx="265473" cy="2163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0910CF-BE02-CAEC-6678-8E11AE779EE1}"/>
              </a:ext>
            </a:extLst>
          </p:cNvPr>
          <p:cNvSpPr/>
          <p:nvPr/>
        </p:nvSpPr>
        <p:spPr>
          <a:xfrm>
            <a:off x="2025440" y="6184484"/>
            <a:ext cx="265473" cy="2163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8107F6-5EC1-8D98-2768-284B34389401}"/>
              </a:ext>
            </a:extLst>
          </p:cNvPr>
          <p:cNvSpPr/>
          <p:nvPr/>
        </p:nvSpPr>
        <p:spPr>
          <a:xfrm>
            <a:off x="1789470" y="6400796"/>
            <a:ext cx="265473" cy="2163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128067-D174-9977-4BAB-72A3F0F7584D}"/>
              </a:ext>
            </a:extLst>
          </p:cNvPr>
          <p:cNvSpPr/>
          <p:nvPr/>
        </p:nvSpPr>
        <p:spPr>
          <a:xfrm>
            <a:off x="2035274" y="6400796"/>
            <a:ext cx="265473" cy="2163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40384265-A4B5-2E0E-194A-8BACCD3504EF}"/>
              </a:ext>
            </a:extLst>
          </p:cNvPr>
          <p:cNvSpPr/>
          <p:nvPr/>
        </p:nvSpPr>
        <p:spPr>
          <a:xfrm>
            <a:off x="1002889" y="6243476"/>
            <a:ext cx="373625" cy="31463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04CBAC2-0686-89CB-7645-782AA14C96FE}"/>
              </a:ext>
            </a:extLst>
          </p:cNvPr>
          <p:cNvSpPr/>
          <p:nvPr/>
        </p:nvSpPr>
        <p:spPr>
          <a:xfrm>
            <a:off x="2635041" y="6400792"/>
            <a:ext cx="412959" cy="21631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6DBFBAD-499B-1492-B92A-6610E61F3478}"/>
              </a:ext>
            </a:extLst>
          </p:cNvPr>
          <p:cNvSpPr/>
          <p:nvPr/>
        </p:nvSpPr>
        <p:spPr>
          <a:xfrm>
            <a:off x="2713703" y="6243468"/>
            <a:ext cx="265473" cy="13765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968CD8F-6D64-AE29-ADDE-95AF97739E4B}"/>
              </a:ext>
            </a:extLst>
          </p:cNvPr>
          <p:cNvSpPr/>
          <p:nvPr/>
        </p:nvSpPr>
        <p:spPr>
          <a:xfrm>
            <a:off x="2158175" y="1784557"/>
            <a:ext cx="1066805" cy="43261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C29524C-185D-91D0-F46D-2FA076C921D7}"/>
              </a:ext>
            </a:extLst>
          </p:cNvPr>
          <p:cNvSpPr/>
          <p:nvPr/>
        </p:nvSpPr>
        <p:spPr>
          <a:xfrm>
            <a:off x="2915263" y="1843548"/>
            <a:ext cx="265473" cy="3146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78B652-DC6B-6C0F-E549-167F1B468D2A}"/>
              </a:ext>
            </a:extLst>
          </p:cNvPr>
          <p:cNvSpPr txBox="1"/>
          <p:nvPr/>
        </p:nvSpPr>
        <p:spPr>
          <a:xfrm>
            <a:off x="2182758" y="1796926"/>
            <a:ext cx="7570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Open</a:t>
            </a:r>
          </a:p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AAFDD3-CCDB-5CA3-576A-2A75237A0541}"/>
              </a:ext>
            </a:extLst>
          </p:cNvPr>
          <p:cNvSpPr txBox="1"/>
          <p:nvPr/>
        </p:nvSpPr>
        <p:spPr>
          <a:xfrm>
            <a:off x="737417" y="1755676"/>
            <a:ext cx="1474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Store name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68F257E-737A-6BA4-371A-48AB9A8CCFD0}"/>
              </a:ext>
            </a:extLst>
          </p:cNvPr>
          <p:cNvSpPr/>
          <p:nvPr/>
        </p:nvSpPr>
        <p:spPr>
          <a:xfrm>
            <a:off x="599760" y="2435179"/>
            <a:ext cx="491614" cy="3146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All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8499F78-9FE7-A5CC-AE27-AFA8DA84AA12}"/>
              </a:ext>
            </a:extLst>
          </p:cNvPr>
          <p:cNvSpPr/>
          <p:nvPr/>
        </p:nvSpPr>
        <p:spPr>
          <a:xfrm>
            <a:off x="1150374" y="2433479"/>
            <a:ext cx="1032384" cy="3146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pending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4583B7E-2001-58CF-598A-406975B10CE3}"/>
              </a:ext>
            </a:extLst>
          </p:cNvPr>
          <p:cNvSpPr/>
          <p:nvPr/>
        </p:nvSpPr>
        <p:spPr>
          <a:xfrm>
            <a:off x="2241758" y="2428504"/>
            <a:ext cx="1150377" cy="3146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Accepted</a:t>
            </a:r>
          </a:p>
        </p:txBody>
      </p:sp>
      <p:sp>
        <p:nvSpPr>
          <p:cNvPr id="25" name="Arrow: Chevron 24">
            <a:extLst>
              <a:ext uri="{FF2B5EF4-FFF2-40B4-BE49-F238E27FC236}">
                <a16:creationId xmlns:a16="http://schemas.microsoft.com/office/drawing/2014/main" id="{6CD2B2E3-7661-FB7D-C517-CB0420A3F6CB}"/>
              </a:ext>
            </a:extLst>
          </p:cNvPr>
          <p:cNvSpPr/>
          <p:nvPr/>
        </p:nvSpPr>
        <p:spPr>
          <a:xfrm>
            <a:off x="3392135" y="2428504"/>
            <a:ext cx="157310" cy="314639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7E0430E-2617-8A4E-624F-25E7B21E987A}"/>
              </a:ext>
            </a:extLst>
          </p:cNvPr>
          <p:cNvSpPr/>
          <p:nvPr/>
        </p:nvSpPr>
        <p:spPr>
          <a:xfrm>
            <a:off x="5963281" y="6130414"/>
            <a:ext cx="511277" cy="4326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6B3AA51-FD50-9BD0-F857-F9D00AF4DCC1}"/>
              </a:ext>
            </a:extLst>
          </p:cNvPr>
          <p:cNvSpPr/>
          <p:nvPr/>
        </p:nvSpPr>
        <p:spPr>
          <a:xfrm>
            <a:off x="5963281" y="6130409"/>
            <a:ext cx="265473" cy="2163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E966649-19B7-027D-AD2D-1A057CB80218}"/>
              </a:ext>
            </a:extLst>
          </p:cNvPr>
          <p:cNvSpPr/>
          <p:nvPr/>
        </p:nvSpPr>
        <p:spPr>
          <a:xfrm>
            <a:off x="6199251" y="6130409"/>
            <a:ext cx="265473" cy="2163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770FAC2-6B56-CA32-F057-2B68AAFA8010}"/>
              </a:ext>
            </a:extLst>
          </p:cNvPr>
          <p:cNvSpPr/>
          <p:nvPr/>
        </p:nvSpPr>
        <p:spPr>
          <a:xfrm>
            <a:off x="5963281" y="6346721"/>
            <a:ext cx="265473" cy="2163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ED39385-01F5-A838-D604-5FF7EB2CB840}"/>
              </a:ext>
            </a:extLst>
          </p:cNvPr>
          <p:cNvSpPr/>
          <p:nvPr/>
        </p:nvSpPr>
        <p:spPr>
          <a:xfrm>
            <a:off x="6209085" y="6346721"/>
            <a:ext cx="265473" cy="2163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Arrow: Up 30">
            <a:extLst>
              <a:ext uri="{FF2B5EF4-FFF2-40B4-BE49-F238E27FC236}">
                <a16:creationId xmlns:a16="http://schemas.microsoft.com/office/drawing/2014/main" id="{82F113CE-F03A-EEA0-1A60-04B490BFEC09}"/>
              </a:ext>
            </a:extLst>
          </p:cNvPr>
          <p:cNvSpPr/>
          <p:nvPr/>
        </p:nvSpPr>
        <p:spPr>
          <a:xfrm>
            <a:off x="5176700" y="6189401"/>
            <a:ext cx="373625" cy="31463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8159C3D-58B5-34B3-C11E-82E2F2E97A32}"/>
              </a:ext>
            </a:extLst>
          </p:cNvPr>
          <p:cNvSpPr/>
          <p:nvPr/>
        </p:nvSpPr>
        <p:spPr>
          <a:xfrm>
            <a:off x="6808852" y="6346717"/>
            <a:ext cx="412959" cy="21631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E82528C-25F9-6052-2725-5DF9EAC42C0A}"/>
              </a:ext>
            </a:extLst>
          </p:cNvPr>
          <p:cNvSpPr/>
          <p:nvPr/>
        </p:nvSpPr>
        <p:spPr>
          <a:xfrm>
            <a:off x="6887514" y="6189393"/>
            <a:ext cx="265473" cy="13765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F069CA1-3B4A-210C-5B48-3104DA2A4EB9}"/>
              </a:ext>
            </a:extLst>
          </p:cNvPr>
          <p:cNvSpPr txBox="1"/>
          <p:nvPr/>
        </p:nvSpPr>
        <p:spPr>
          <a:xfrm>
            <a:off x="4857135" y="2125008"/>
            <a:ext cx="1106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Products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DB71EB-9FE7-49F5-8112-C3B313F8A4F8}"/>
              </a:ext>
            </a:extLst>
          </p:cNvPr>
          <p:cNvSpPr txBox="1"/>
          <p:nvPr/>
        </p:nvSpPr>
        <p:spPr>
          <a:xfrm>
            <a:off x="6287759" y="2120091"/>
            <a:ext cx="1337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Categories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2BEF983-51B4-0607-8639-6CE9521A678C}"/>
              </a:ext>
            </a:extLst>
          </p:cNvPr>
          <p:cNvSpPr/>
          <p:nvPr/>
        </p:nvSpPr>
        <p:spPr>
          <a:xfrm>
            <a:off x="5102942" y="5309419"/>
            <a:ext cx="2050045" cy="432615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Add new product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EFFC669-15B3-463F-7B2C-99EFEE0B603B}"/>
              </a:ext>
            </a:extLst>
          </p:cNvPr>
          <p:cNvCxnSpPr>
            <a:cxnSpLocks/>
          </p:cNvCxnSpPr>
          <p:nvPr/>
        </p:nvCxnSpPr>
        <p:spPr>
          <a:xfrm flipV="1">
            <a:off x="4891527" y="2428504"/>
            <a:ext cx="870170" cy="66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AAC87CB-2487-53AB-E0EC-3DBA6FD0077A}"/>
              </a:ext>
            </a:extLst>
          </p:cNvPr>
          <p:cNvSpPr txBox="1"/>
          <p:nvPr/>
        </p:nvSpPr>
        <p:spPr>
          <a:xfrm>
            <a:off x="9301316" y="1796926"/>
            <a:ext cx="13273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Store name</a:t>
            </a:r>
          </a:p>
          <a:p>
            <a:r>
              <a:rPr lang="en-IN" dirty="0"/>
              <a:t>link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92B0857-A24D-4BC2-DD31-0E7A7D48A29E}"/>
              </a:ext>
            </a:extLst>
          </p:cNvPr>
          <p:cNvSpPr/>
          <p:nvPr/>
        </p:nvSpPr>
        <p:spPr>
          <a:xfrm>
            <a:off x="10087919" y="6154998"/>
            <a:ext cx="511277" cy="4326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FB9A0CF-6E23-93A1-9FA8-0DE9CD2F37A4}"/>
              </a:ext>
            </a:extLst>
          </p:cNvPr>
          <p:cNvSpPr/>
          <p:nvPr/>
        </p:nvSpPr>
        <p:spPr>
          <a:xfrm>
            <a:off x="10087919" y="6154993"/>
            <a:ext cx="265473" cy="2163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47F5C3F-6EE3-0E27-2C2A-90F6929AA4ED}"/>
              </a:ext>
            </a:extLst>
          </p:cNvPr>
          <p:cNvSpPr/>
          <p:nvPr/>
        </p:nvSpPr>
        <p:spPr>
          <a:xfrm>
            <a:off x="10323889" y="6154993"/>
            <a:ext cx="265473" cy="2163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F0F11C1-BF5F-4B92-2D3D-E0EFDA5A597F}"/>
              </a:ext>
            </a:extLst>
          </p:cNvPr>
          <p:cNvSpPr/>
          <p:nvPr/>
        </p:nvSpPr>
        <p:spPr>
          <a:xfrm>
            <a:off x="10087919" y="6371305"/>
            <a:ext cx="265473" cy="2163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53BE044-48E1-67EA-A3B2-73E9685BA993}"/>
              </a:ext>
            </a:extLst>
          </p:cNvPr>
          <p:cNvSpPr/>
          <p:nvPr/>
        </p:nvSpPr>
        <p:spPr>
          <a:xfrm>
            <a:off x="10333723" y="6371305"/>
            <a:ext cx="265473" cy="2163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Arrow: Up 46">
            <a:extLst>
              <a:ext uri="{FF2B5EF4-FFF2-40B4-BE49-F238E27FC236}">
                <a16:creationId xmlns:a16="http://schemas.microsoft.com/office/drawing/2014/main" id="{77BF4D36-7BBC-8C17-AF4B-4E876DE68ED1}"/>
              </a:ext>
            </a:extLst>
          </p:cNvPr>
          <p:cNvSpPr/>
          <p:nvPr/>
        </p:nvSpPr>
        <p:spPr>
          <a:xfrm>
            <a:off x="9301338" y="6213985"/>
            <a:ext cx="373625" cy="314639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CEB39A3-120E-881A-8F3B-444180D78C00}"/>
              </a:ext>
            </a:extLst>
          </p:cNvPr>
          <p:cNvSpPr/>
          <p:nvPr/>
        </p:nvSpPr>
        <p:spPr>
          <a:xfrm>
            <a:off x="10933490" y="6371301"/>
            <a:ext cx="412959" cy="21631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F9EDC18-B95D-AF11-C76B-1637D807FB4D}"/>
              </a:ext>
            </a:extLst>
          </p:cNvPr>
          <p:cNvSpPr/>
          <p:nvPr/>
        </p:nvSpPr>
        <p:spPr>
          <a:xfrm>
            <a:off x="11012152" y="6213977"/>
            <a:ext cx="265473" cy="13765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B002F60-5DB2-C0E5-D163-851827861DFC}"/>
              </a:ext>
            </a:extLst>
          </p:cNvPr>
          <p:cNvSpPr txBox="1"/>
          <p:nvPr/>
        </p:nvSpPr>
        <p:spPr>
          <a:xfrm>
            <a:off x="9370142" y="3146323"/>
            <a:ext cx="2123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Edit account details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1319300-3F68-4200-30A4-105FC62FC5ED}"/>
              </a:ext>
            </a:extLst>
          </p:cNvPr>
          <p:cNvSpPr txBox="1"/>
          <p:nvPr/>
        </p:nvSpPr>
        <p:spPr>
          <a:xfrm>
            <a:off x="9424205" y="4037150"/>
            <a:ext cx="1799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Store setting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85CFC82-DB37-9DE2-DDD3-7A93621ABF46}"/>
              </a:ext>
            </a:extLst>
          </p:cNvPr>
          <p:cNvSpPr txBox="1"/>
          <p:nvPr/>
        </p:nvSpPr>
        <p:spPr>
          <a:xfrm>
            <a:off x="9389829" y="3577245"/>
            <a:ext cx="2005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Delivery boy details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FF105C3-A05F-8BBA-D319-9CB9BE66A712}"/>
              </a:ext>
            </a:extLst>
          </p:cNvPr>
          <p:cNvSpPr txBox="1"/>
          <p:nvPr/>
        </p:nvSpPr>
        <p:spPr>
          <a:xfrm>
            <a:off x="9488150" y="4494175"/>
            <a:ext cx="12880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Help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5419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CC2B7D0-B816-094A-209F-94484CC99144}"/>
              </a:ext>
            </a:extLst>
          </p:cNvPr>
          <p:cNvSpPr/>
          <p:nvPr/>
        </p:nvSpPr>
        <p:spPr>
          <a:xfrm>
            <a:off x="747251" y="599768"/>
            <a:ext cx="10972800" cy="601733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just">
              <a:buFont typeface="+mj-lt"/>
              <a:buAutoNum type="arabicPeriod"/>
            </a:pPr>
            <a:endParaRPr lang="en-I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6C031D-E12B-8476-0D41-A1FAAF05D788}"/>
              </a:ext>
            </a:extLst>
          </p:cNvPr>
          <p:cNvCxnSpPr/>
          <p:nvPr/>
        </p:nvCxnSpPr>
        <p:spPr>
          <a:xfrm>
            <a:off x="1425677" y="1071716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9077476-B4FD-7471-E4C5-2634FFE44084}"/>
              </a:ext>
            </a:extLst>
          </p:cNvPr>
          <p:cNvCxnSpPr/>
          <p:nvPr/>
        </p:nvCxnSpPr>
        <p:spPr>
          <a:xfrm>
            <a:off x="1376516" y="1012723"/>
            <a:ext cx="3539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4AC89DB-881E-6A98-CE17-FE9C400E4B1B}"/>
              </a:ext>
            </a:extLst>
          </p:cNvPr>
          <p:cNvCxnSpPr/>
          <p:nvPr/>
        </p:nvCxnSpPr>
        <p:spPr>
          <a:xfrm>
            <a:off x="1376516" y="1096298"/>
            <a:ext cx="3539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9593EB2-A28C-C579-BE0E-2CFFE5863B59}"/>
              </a:ext>
            </a:extLst>
          </p:cNvPr>
          <p:cNvCxnSpPr/>
          <p:nvPr/>
        </p:nvCxnSpPr>
        <p:spPr>
          <a:xfrm>
            <a:off x="1376516" y="1199536"/>
            <a:ext cx="3539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3404D75-07E4-D4D3-2C8F-376FDB8CA756}"/>
              </a:ext>
            </a:extLst>
          </p:cNvPr>
          <p:cNvSpPr/>
          <p:nvPr/>
        </p:nvSpPr>
        <p:spPr>
          <a:xfrm>
            <a:off x="988140" y="1302774"/>
            <a:ext cx="2217175" cy="493579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Complaints</a:t>
            </a:r>
          </a:p>
          <a:p>
            <a:pPr algn="ctr"/>
            <a:r>
              <a:rPr lang="en-US" dirty="0"/>
              <a:t>Ordered </a:t>
            </a:r>
          </a:p>
          <a:p>
            <a:pPr algn="ctr"/>
            <a:r>
              <a:rPr lang="en-US" dirty="0"/>
              <a:t>Delivered</a:t>
            </a:r>
          </a:p>
          <a:p>
            <a:pPr algn="ctr"/>
            <a:r>
              <a:rPr lang="en-US" dirty="0"/>
              <a:t>Canceled</a:t>
            </a:r>
          </a:p>
          <a:p>
            <a:pPr algn="ctr"/>
            <a:r>
              <a:rPr lang="en-US" dirty="0"/>
              <a:t>Rejected</a:t>
            </a:r>
          </a:p>
          <a:p>
            <a:pPr algn="ctr"/>
            <a:r>
              <a:rPr lang="en-US" dirty="0"/>
              <a:t>Ordered product Details </a:t>
            </a:r>
          </a:p>
          <a:p>
            <a:pPr algn="ctr"/>
            <a:r>
              <a:rPr lang="en-US" dirty="0"/>
              <a:t>Shops details </a:t>
            </a:r>
          </a:p>
          <a:p>
            <a:pPr algn="ctr"/>
            <a:r>
              <a:rPr lang="en-US" dirty="0"/>
              <a:t>Customer details   </a:t>
            </a:r>
          </a:p>
          <a:p>
            <a:pPr marL="342900" indent="-342900" algn="ctr">
              <a:buFont typeface="+mj-lt"/>
              <a:buAutoNum type="arabicPeriod"/>
            </a:pP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8C7C91-E0ED-E2D1-F2C7-4D1A9306BA4A}"/>
              </a:ext>
            </a:extLst>
          </p:cNvPr>
          <p:cNvSpPr txBox="1"/>
          <p:nvPr/>
        </p:nvSpPr>
        <p:spPr>
          <a:xfrm>
            <a:off x="1526458" y="2062629"/>
            <a:ext cx="1710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Dashboard</a:t>
            </a:r>
            <a:r>
              <a:rPr lang="en-US" dirty="0"/>
              <a:t>  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CDAD06-9E17-7372-F8D8-C3B53E5C79FE}"/>
              </a:ext>
            </a:extLst>
          </p:cNvPr>
          <p:cNvSpPr txBox="1"/>
          <p:nvPr/>
        </p:nvSpPr>
        <p:spPr>
          <a:xfrm>
            <a:off x="7728155" y="929149"/>
            <a:ext cx="1612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location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6A703A-9E11-48E8-7CF9-DE1E38F37848}"/>
              </a:ext>
            </a:extLst>
          </p:cNvPr>
          <p:cNvSpPr txBox="1"/>
          <p:nvPr/>
        </p:nvSpPr>
        <p:spPr>
          <a:xfrm>
            <a:off x="9620863" y="929149"/>
            <a:ext cx="1597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time</a:t>
            </a:r>
            <a:endParaRPr lang="en-IN" dirty="0"/>
          </a:p>
        </p:txBody>
      </p:sp>
      <p:sp>
        <p:nvSpPr>
          <p:cNvPr id="18" name="Arrow: Chevron 17">
            <a:extLst>
              <a:ext uri="{FF2B5EF4-FFF2-40B4-BE49-F238E27FC236}">
                <a16:creationId xmlns:a16="http://schemas.microsoft.com/office/drawing/2014/main" id="{9743D691-A549-27D1-A077-A5AB2675D7E7}"/>
              </a:ext>
            </a:extLst>
          </p:cNvPr>
          <p:cNvSpPr/>
          <p:nvPr/>
        </p:nvSpPr>
        <p:spPr>
          <a:xfrm rot="5400000">
            <a:off x="9247239" y="993059"/>
            <a:ext cx="137652" cy="28513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3B3752AF-41CD-E2FC-BC5A-691CD45EC289}"/>
              </a:ext>
            </a:extLst>
          </p:cNvPr>
          <p:cNvSpPr/>
          <p:nvPr/>
        </p:nvSpPr>
        <p:spPr>
          <a:xfrm rot="5400000">
            <a:off x="10859729" y="985995"/>
            <a:ext cx="137652" cy="28513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DC5D9D2-461B-5096-7DC6-C33ADADBD6AD}"/>
              </a:ext>
            </a:extLst>
          </p:cNvPr>
          <p:cNvSpPr/>
          <p:nvPr/>
        </p:nvSpPr>
        <p:spPr>
          <a:xfrm>
            <a:off x="4640826" y="1382055"/>
            <a:ext cx="5304502" cy="508635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5A193AF-C933-9F49-9EBF-80029B339DAB}"/>
              </a:ext>
            </a:extLst>
          </p:cNvPr>
          <p:cNvCxnSpPr>
            <a:endCxn id="20" idx="4"/>
          </p:cNvCxnSpPr>
          <p:nvPr/>
        </p:nvCxnSpPr>
        <p:spPr>
          <a:xfrm flipH="1">
            <a:off x="7293077" y="1367603"/>
            <a:ext cx="22123" cy="51008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87CC1DA-ABA6-7DE7-2F87-50F8B9AC76D5}"/>
              </a:ext>
            </a:extLst>
          </p:cNvPr>
          <p:cNvCxnSpPr>
            <a:cxnSpLocks/>
            <a:stCxn id="20" idx="2"/>
            <a:endCxn id="20" idx="6"/>
          </p:cNvCxnSpPr>
          <p:nvPr/>
        </p:nvCxnSpPr>
        <p:spPr>
          <a:xfrm>
            <a:off x="4640826" y="3925232"/>
            <a:ext cx="53045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4F675C8-BCAF-A96A-AF12-89FAE06D595F}"/>
              </a:ext>
            </a:extLst>
          </p:cNvPr>
          <p:cNvSpPr txBox="1"/>
          <p:nvPr/>
        </p:nvSpPr>
        <p:spPr>
          <a:xfrm>
            <a:off x="5388077" y="283169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Ordered</a:t>
            </a:r>
            <a:endParaRPr lang="en-IN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3C01FA-DAB6-77F7-8A34-73C2A0EC49AE}"/>
              </a:ext>
            </a:extLst>
          </p:cNvPr>
          <p:cNvSpPr txBox="1"/>
          <p:nvPr/>
        </p:nvSpPr>
        <p:spPr>
          <a:xfrm>
            <a:off x="7728155" y="2831690"/>
            <a:ext cx="1610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Delivered</a:t>
            </a:r>
          </a:p>
          <a:p>
            <a:endParaRPr lang="en-IN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6EE66C8-D5CF-5CA7-F92D-627999B97E5E}"/>
              </a:ext>
            </a:extLst>
          </p:cNvPr>
          <p:cNvSpPr txBox="1"/>
          <p:nvPr/>
        </p:nvSpPr>
        <p:spPr>
          <a:xfrm>
            <a:off x="5432320" y="4621161"/>
            <a:ext cx="1644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Canceled</a:t>
            </a:r>
          </a:p>
          <a:p>
            <a:endParaRPr lang="en-IN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B6D224C-62C4-275A-3539-83FC25389863}"/>
              </a:ext>
            </a:extLst>
          </p:cNvPr>
          <p:cNvSpPr txBox="1"/>
          <p:nvPr/>
        </p:nvSpPr>
        <p:spPr>
          <a:xfrm>
            <a:off x="7659328" y="4532671"/>
            <a:ext cx="16788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rejected </a:t>
            </a:r>
          </a:p>
          <a:p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28DBFDE-A858-533C-9C70-5B8C37581A9D}"/>
              </a:ext>
            </a:extLst>
          </p:cNvPr>
          <p:cNvSpPr txBox="1"/>
          <p:nvPr/>
        </p:nvSpPr>
        <p:spPr>
          <a:xfrm>
            <a:off x="5730977" y="893670"/>
            <a:ext cx="1968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category </a:t>
            </a:r>
            <a:endParaRPr lang="en-IN" dirty="0"/>
          </a:p>
        </p:txBody>
      </p:sp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5C888245-A2A1-0F81-2306-EB854053CBDB}"/>
              </a:ext>
            </a:extLst>
          </p:cNvPr>
          <p:cNvSpPr/>
          <p:nvPr/>
        </p:nvSpPr>
        <p:spPr>
          <a:xfrm rot="5400000">
            <a:off x="7354531" y="985995"/>
            <a:ext cx="137652" cy="28513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3411984-438F-542B-21A8-9482166B6F00}"/>
              </a:ext>
            </a:extLst>
          </p:cNvPr>
          <p:cNvSpPr txBox="1"/>
          <p:nvPr/>
        </p:nvSpPr>
        <p:spPr>
          <a:xfrm>
            <a:off x="2123767" y="108333"/>
            <a:ext cx="4109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Admin panel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D92FD7-5E1E-94E7-CC39-BA2D7043FE20}"/>
              </a:ext>
            </a:extLst>
          </p:cNvPr>
          <p:cNvSpPr txBox="1"/>
          <p:nvPr/>
        </p:nvSpPr>
        <p:spPr>
          <a:xfrm>
            <a:off x="3067665" y="909486"/>
            <a:ext cx="1396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Dashboard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6175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F4216A9-2FAB-8147-E941-BC7E0944A553}"/>
              </a:ext>
            </a:extLst>
          </p:cNvPr>
          <p:cNvSpPr/>
          <p:nvPr/>
        </p:nvSpPr>
        <p:spPr>
          <a:xfrm>
            <a:off x="747251" y="560440"/>
            <a:ext cx="10972800" cy="6017339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36F776A-B4FC-A5FD-FCB1-352B409928C9}"/>
              </a:ext>
            </a:extLst>
          </p:cNvPr>
          <p:cNvCxnSpPr/>
          <p:nvPr/>
        </p:nvCxnSpPr>
        <p:spPr>
          <a:xfrm>
            <a:off x="1425677" y="1071716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7A124D5-D5E1-44DD-D86D-59A097ED0C41}"/>
              </a:ext>
            </a:extLst>
          </p:cNvPr>
          <p:cNvCxnSpPr/>
          <p:nvPr/>
        </p:nvCxnSpPr>
        <p:spPr>
          <a:xfrm>
            <a:off x="1376516" y="1012723"/>
            <a:ext cx="3539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659C80E-D6BF-50F6-7B36-DE05B78B47AA}"/>
              </a:ext>
            </a:extLst>
          </p:cNvPr>
          <p:cNvCxnSpPr/>
          <p:nvPr/>
        </p:nvCxnSpPr>
        <p:spPr>
          <a:xfrm>
            <a:off x="1376516" y="1096298"/>
            <a:ext cx="3539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3747AE9-CCAB-D1F7-5C3C-B01D3EF31451}"/>
              </a:ext>
            </a:extLst>
          </p:cNvPr>
          <p:cNvCxnSpPr/>
          <p:nvPr/>
        </p:nvCxnSpPr>
        <p:spPr>
          <a:xfrm>
            <a:off x="1376516" y="1199536"/>
            <a:ext cx="3539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0CFBCC6-7198-3070-87A9-C9EC30697245}"/>
              </a:ext>
            </a:extLst>
          </p:cNvPr>
          <p:cNvSpPr/>
          <p:nvPr/>
        </p:nvSpPr>
        <p:spPr>
          <a:xfrm>
            <a:off x="1097525" y="1271534"/>
            <a:ext cx="2217175" cy="4935794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Complaints</a:t>
            </a:r>
          </a:p>
          <a:p>
            <a:pPr algn="ctr"/>
            <a:r>
              <a:rPr lang="en-US" dirty="0">
                <a:solidFill>
                  <a:srgbClr val="00B0F0"/>
                </a:solidFill>
              </a:rPr>
              <a:t>Ordered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Delivered</a:t>
            </a:r>
          </a:p>
          <a:p>
            <a:pPr algn="ctr"/>
            <a:r>
              <a:rPr lang="en-US" dirty="0"/>
              <a:t>Canceled</a:t>
            </a:r>
          </a:p>
          <a:p>
            <a:pPr algn="ctr"/>
            <a:r>
              <a:rPr lang="en-US" dirty="0"/>
              <a:t>Rejected</a:t>
            </a:r>
          </a:p>
          <a:p>
            <a:pPr algn="ctr"/>
            <a:r>
              <a:rPr lang="en-US" dirty="0"/>
              <a:t>Ordered product Details </a:t>
            </a:r>
          </a:p>
          <a:p>
            <a:pPr algn="ctr"/>
            <a:r>
              <a:rPr lang="en-US" dirty="0"/>
              <a:t>Shops details </a:t>
            </a:r>
          </a:p>
          <a:p>
            <a:pPr algn="ctr"/>
            <a:r>
              <a:rPr lang="en-US" dirty="0"/>
              <a:t>Customer details   </a:t>
            </a:r>
          </a:p>
          <a:p>
            <a:pPr marL="342900" indent="-342900" algn="ctr">
              <a:buFont typeface="+mj-lt"/>
              <a:buAutoNum type="arabicPeriod"/>
            </a:pP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22E2A6-729A-8E01-BA85-6F2D82A47090}"/>
              </a:ext>
            </a:extLst>
          </p:cNvPr>
          <p:cNvSpPr txBox="1"/>
          <p:nvPr/>
        </p:nvSpPr>
        <p:spPr>
          <a:xfrm>
            <a:off x="1640149" y="2018793"/>
            <a:ext cx="17501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Dashboard  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454E4C-380C-3307-FEC3-BE43CD6B79FE}"/>
              </a:ext>
            </a:extLst>
          </p:cNvPr>
          <p:cNvSpPr txBox="1"/>
          <p:nvPr/>
        </p:nvSpPr>
        <p:spPr>
          <a:xfrm>
            <a:off x="7728155" y="929149"/>
            <a:ext cx="1612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location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63B7FA-DC63-6D3B-EB27-712ADE5F7D15}"/>
              </a:ext>
            </a:extLst>
          </p:cNvPr>
          <p:cNvSpPr txBox="1"/>
          <p:nvPr/>
        </p:nvSpPr>
        <p:spPr>
          <a:xfrm>
            <a:off x="9620863" y="929149"/>
            <a:ext cx="1597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time</a:t>
            </a:r>
            <a:endParaRPr lang="en-IN" dirty="0"/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81DD6DE7-237D-9FA4-A089-4C99001A5B40}"/>
              </a:ext>
            </a:extLst>
          </p:cNvPr>
          <p:cNvSpPr/>
          <p:nvPr/>
        </p:nvSpPr>
        <p:spPr>
          <a:xfrm rot="5400000">
            <a:off x="9247239" y="993059"/>
            <a:ext cx="137652" cy="28513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5F1CEF61-DAD0-34A1-F6AD-1617DD2F48EA}"/>
              </a:ext>
            </a:extLst>
          </p:cNvPr>
          <p:cNvSpPr/>
          <p:nvPr/>
        </p:nvSpPr>
        <p:spPr>
          <a:xfrm rot="5400000">
            <a:off x="10859729" y="985995"/>
            <a:ext cx="137652" cy="28513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2588BC-6A2B-3732-E007-FC126D413DCE}"/>
              </a:ext>
            </a:extLst>
          </p:cNvPr>
          <p:cNvSpPr txBox="1"/>
          <p:nvPr/>
        </p:nvSpPr>
        <p:spPr>
          <a:xfrm>
            <a:off x="5432320" y="4621161"/>
            <a:ext cx="1644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F3E817-3E9A-8783-6907-18A928D1626F}"/>
              </a:ext>
            </a:extLst>
          </p:cNvPr>
          <p:cNvSpPr txBox="1"/>
          <p:nvPr/>
        </p:nvSpPr>
        <p:spPr>
          <a:xfrm>
            <a:off x="5730977" y="893670"/>
            <a:ext cx="1968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category </a:t>
            </a:r>
            <a:endParaRPr lang="en-IN" dirty="0"/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11FB6756-46E2-B2B6-10AA-8C8BBF8027E7}"/>
              </a:ext>
            </a:extLst>
          </p:cNvPr>
          <p:cNvSpPr/>
          <p:nvPr/>
        </p:nvSpPr>
        <p:spPr>
          <a:xfrm rot="5400000">
            <a:off x="7354531" y="985995"/>
            <a:ext cx="137652" cy="285136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2EF1143-7E15-D521-B658-0EC9ED3C71A4}"/>
              </a:ext>
            </a:extLst>
          </p:cNvPr>
          <p:cNvCxnSpPr/>
          <p:nvPr/>
        </p:nvCxnSpPr>
        <p:spPr>
          <a:xfrm>
            <a:off x="3854246" y="1489585"/>
            <a:ext cx="0" cy="42377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55740A8-9E09-4741-B2A3-C2A910F83AE7}"/>
              </a:ext>
            </a:extLst>
          </p:cNvPr>
          <p:cNvCxnSpPr/>
          <p:nvPr/>
        </p:nvCxnSpPr>
        <p:spPr>
          <a:xfrm>
            <a:off x="3854246" y="5727289"/>
            <a:ext cx="65654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03582CE-9428-43E2-6BA4-62EAAB06786D}"/>
              </a:ext>
            </a:extLst>
          </p:cNvPr>
          <p:cNvSpPr txBox="1"/>
          <p:nvPr/>
        </p:nvSpPr>
        <p:spPr>
          <a:xfrm>
            <a:off x="4483510" y="5821317"/>
            <a:ext cx="57813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Time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9DCAEC8-C913-CFFE-DE7C-9D71CE1EBF72}"/>
              </a:ext>
            </a:extLst>
          </p:cNvPr>
          <p:cNvCxnSpPr/>
          <p:nvPr/>
        </p:nvCxnSpPr>
        <p:spPr>
          <a:xfrm>
            <a:off x="5196345" y="6011965"/>
            <a:ext cx="6980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66F0E59-DF18-F72F-BB87-A7CCD1E3DD1A}"/>
              </a:ext>
            </a:extLst>
          </p:cNvPr>
          <p:cNvSpPr txBox="1"/>
          <p:nvPr/>
        </p:nvSpPr>
        <p:spPr>
          <a:xfrm>
            <a:off x="3314700" y="846034"/>
            <a:ext cx="17501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Ordered </a:t>
            </a:r>
          </a:p>
          <a:p>
            <a:endParaRPr lang="en-IN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D5DF0E0-057E-0492-92BC-A89DE8543991}"/>
              </a:ext>
            </a:extLst>
          </p:cNvPr>
          <p:cNvSpPr/>
          <p:nvPr/>
        </p:nvSpPr>
        <p:spPr>
          <a:xfrm>
            <a:off x="4326194" y="2831695"/>
            <a:ext cx="566570" cy="28955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2FE0F44-FADD-6C43-D1AD-28A586FC239D}"/>
              </a:ext>
            </a:extLst>
          </p:cNvPr>
          <p:cNvSpPr/>
          <p:nvPr/>
        </p:nvSpPr>
        <p:spPr>
          <a:xfrm>
            <a:off x="5216025" y="3428999"/>
            <a:ext cx="566570" cy="22982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6B8AB2D-0594-556F-4C46-67CE0A5A1FAB}"/>
              </a:ext>
            </a:extLst>
          </p:cNvPr>
          <p:cNvSpPr/>
          <p:nvPr/>
        </p:nvSpPr>
        <p:spPr>
          <a:xfrm>
            <a:off x="6143932" y="3126659"/>
            <a:ext cx="566570" cy="26006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A96DE7C-E802-101A-6B7A-59B5089143BE}"/>
              </a:ext>
            </a:extLst>
          </p:cNvPr>
          <p:cNvSpPr/>
          <p:nvPr/>
        </p:nvSpPr>
        <p:spPr>
          <a:xfrm>
            <a:off x="7033763" y="3706761"/>
            <a:ext cx="566570" cy="20134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9332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847</TotalTime>
  <Words>245</Words>
  <Application>Microsoft Office PowerPoint</Application>
  <PresentationFormat>Widescreen</PresentationFormat>
  <Paragraphs>134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hshobhith@gmail.com</dc:creator>
  <cp:lastModifiedBy>shobhith h</cp:lastModifiedBy>
  <cp:revision>7</cp:revision>
  <dcterms:created xsi:type="dcterms:W3CDTF">2022-11-29T14:27:47Z</dcterms:created>
  <dcterms:modified xsi:type="dcterms:W3CDTF">2023-07-17T14:26:43Z</dcterms:modified>
</cp:coreProperties>
</file>