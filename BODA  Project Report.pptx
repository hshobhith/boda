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60" r:id="rId4"/>
    <p:sldId id="257" r:id="rId5"/>
    <p:sldId id="261" r:id="rId6"/>
    <p:sldId id="259" r:id="rId7"/>
    <p:sldId id="264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744" autoAdjust="0"/>
  </p:normalViewPr>
  <p:slideViewPr>
    <p:cSldViewPr snapToGrid="0">
      <p:cViewPr varScale="1">
        <p:scale>
          <a:sx n="78" d="100"/>
          <a:sy n="78" d="100"/>
        </p:scale>
        <p:origin x="917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03.70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04.35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04.75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18.539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18.918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20.24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23,'10'0,"7"-10,1-2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21.05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21.43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21.78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31.752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39.52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2.85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3.1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3.53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  <inkml:trace contextRef="#ctx0" brushRef="#br0" timeOffset="1">0 0,'1'0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3.88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  <inkml:trace contextRef="#ctx0" brushRef="#br0" timeOffset="1">0 0,'1'0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4.22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  <inkml:trace contextRef="#ctx0" brushRef="#br0" timeOffset="1">0 0,'1'0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44.63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</inkml:trace>
  <inkml:trace contextRef="#ctx0" brushRef="#br0" timeOffset="1">0 0,'1'0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5.424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1:03.228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1:05.244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65 51,'5'0,"10"0,8 0,4 0,3 0,0 0,-4-5,-12-2,-13 1,-11 1,-8 2,-7 1,-2 1,-3 0,1 1,-1 0,1 1,5-6,11-1,13 1,6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7.952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8.166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8.385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8.607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2:58.874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 0,'0'5,"0"1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1.802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2.441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53 22,'-5'0,"-5"0,-2-5,-4-1,7 0,8 2,5 5,7 3,5 1,5-1,-1-1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2.893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3.367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17 11,'-4'0,"-2"-5,0-1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4.232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04.470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3:29.725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520 129,'9'0,"8"0,6 0,3 5,2 2,1-1,0 3,0 1,0-2,-1 2,0 0,-1-2,-9-2,-12-3,-12-1,-14-1,-14-1,-4 0,-2-1,2 1,3-1,3 1,1 0,3 0,0 0,6-5,6-6,6-5,0-1,6 3,9 8,8 6,1 7,4 2,-2 5,1-1,-2 3,1-2,-2 2,-4 2,-4 3,-6-2,-5 1,-9-4,-8 1,-9 1,-5-1,1-5,0-4,-2-3,-5 2,0 0,3-1,4-2,2-2,-2 0,1-2,0-4,7-7,3-2,6-2,6-4,5-3,8-3,4-2,6 4,5 6,5 1,-1-1,1 2,1 4,2 3,1-1,1 1,1 2,0 1,1 3,-1 0,1 2,-1 0,1 0,-1 1,1-1,-1 0,0 1,1-1,-1 0,0 0,1 0,-10 0,-13 0,-11 0,-10 0,-6 0,-4 0,-3 0,-1 0,10 0,17 0,14 0,14 0,7 0,9 0,1 0,-2 0,-3 0,-4 0,-1 0,-3 0,-1 0,-1 0,-10 0,-12 0,-11 0,-10 0,-7 0,-4-5,-2-2,0 1,-1 1,1 2,0 1,1 1,0 0,0 1,1 0,0 1,0-1,4-5,2-1,9 1,6 5,10 2,8 2,2 5,3 5,0 4,0 1,3-5,2-3,-3 0,-9-1,-10-3,-11-2,-7-2,-6-2,-3-1,2-5,11-1,13-1,10 2,9 2,5 0,4 2,2 1,-3 4,-3 3,-9-1,-12-1,-6-6,-7-3,-7-1,1-4,7 0,10 1,5 6,6 4,7 2,4-1,-2 5,-8 1,-7-7,-8-2,-4-7,-6-2,-5 1,1-3,-2 0,3-2,8 0,10 3,10 3,8 3,9 2,4 1,2 1,-1 0,-11-4,-14-1,-13-1,-10-3,-8-5,-4 0,-3 3,3-2,2 1,5 8,1 4,-1 2,-2 1,-2 0,3 4,5 5,0 1,3-6,8-5,9-3,9 0,6-1,5 0,-3 5,1 2,-5 5,0 1,2-2,-3 3,-9-1,-11-3,-9-2,-7-2,-5-2,-3-1,-2-1,0 0,-1-1,1 1,1-1,0 1,5-5,6-6,2-2,-1 3,6 1,5 9,8 7,9 9,6 5,5 4,3 2,-3 2,-1 0,2-5,0-2,-4 1,0-5,-4 0,0-3,-3 0,-3 3,1-3,3 2,5 2,2 3,4-3,-4 1,-4-9,-10-10,-12-10,-8-8,-8-6,1-4,-2-1,-1-2,-2 1,-1 0,0 5,3 2,2 0,-1 4,4 0,4-1,6-2,-2 2,2 0,1-1,-1 2,4 4,3 10,6 5,3 7,4 3,0 3,3 0,4-3,3-2,-3 0,1 5,1-1,-3 2,1-1,-4-8,-9-5,-9-7,-5-7,-1-7,-4 2,-3 2,-5 0,2-2,-1 2,-1 3,2 0,1 2,2-2,0 2,-2 2,2 7,9 5,9 5,5 7,6 1,5 6,4 0,-1 1,0-3,2-6,-4 0,-1-3,-2 2,0-2,-8-2,-4-8,-8-3,-8-7,-2-6,-3-1,-3 3,-4 4,3 7,10 4,11 3,1-1,-4-5,-2-7,-5-2,-5 0,0-2,8 0,8 8,10 3,7 8,1 6,2 2,1-2,-2 1,-9-1,-8-9,-3-8,-2-9,0-6,-1-6,-3 3,-7 4,0 1,-3 3,6 4,10 4,4 8,7 2,5 7,1 5,2 5,2 3,2-2,2-5,1-5,-7-5,-9-8,-9-4,-11-1,-7 0,-1-3,-3-5,-1 0,2 7,10 5,10 2,11 2,8 0,0 5,2 1,2-1,-3 3,-9-1,-7-5,-9-5,-8-1,-6 0,0-6,-2 0,3-4,0 0,3-2,0 0,-3-1,-3 2,2-2,9 7,12 4,4 8,7 3,5 0,-1 4,3-1,-4 4,1-1,3-3,-8-2,-10-4,-5-6,-8-4,0-5,-4-5,-4 0,-4 3,8 3,5 9,10 8,5 8,5 2,7-2,4 5,-1 4,1-2,-4 0,-4 1,0-4,3 0,3 1,-2 3,1 0,2-2,-2-1,0 1,2 2,2-3,-2-1,-5 2,-1-3,-2-10,-8-5,-9-8,-9-4,-2-4,2-6,-1 2,-3-2,-3-6,-2 0,-3 1,4-1,6-1,0 4,3 2,0 3,1 1,-2 2,-2 5,0-2,-1-3,3-4,-2 0,-2 5,1-1,5-3,-2 2,-2 3,6 4,5 8,7 3,9 7,7 6,0 5,2-2,2-3,2 0,2 2,-5 2,-4 3,-2-3,-2 0,1-3,2 0,-1 1,1-1,-1 0,0-3,-6-3,-5-9,-8-8,-8-4,-6-1,0-2,3-4,3-4,0 2,-3 0,1-3,-1 4,-4 4,-2 5,2-1,4-3,0 0,3-2,-2 2,2 7,8 10,9 3,8 7,7 4,-5-5,-10-5,-5-8,-8-9,-6-8,-2-5,-3 1,3-1,-2 4,-1-1,2 0,-1 2,8 4,5 9,8 6,4 6,5 2,0 4,4 0,-2 2,2-2,-2 1,-3-6,-9-4,-4-9,3-3,6 0,6 0,5 3,1 5,0 4,3 0,-3 4,0 5,1 1,3 2,-8-2,-11-8,-6-10,-8-4,-6-6,-6-1,2 7,3 9,6 9,3 8,5-5,1-9,7-6,6-2,2-5,-2-7,3 0,-2 7,-7 5,-9 3,-4 6,-6 2,-4 0,-4-2,-3-2,-2-1,3-6,7-7,5-7,5-5,4-3,7 2,3 1,5 4,5 5,4 5,3 8,2 4,2 2,-4 4,-2 0,0-1,-3 3,-1-2,-3 3,-4 4,-5 3,-2 4,-2 1,-2 2,-1 1,0 0,1 0,4-5,-3-6,-7-6,-6-9,-1-11,-3-3,0-4,0 1,1-3,-1 3,2-1,0 2,1-1,3-2,-1 1,1-2,-2 4,0-2,3-3,-2 3,2-1,1-2,2 6,8 6,7 9,2 8,4 3,0 3,-3 5,1-2,-2 0,2-2,-1-1,2 3,4-2,-2 0,1-3,-7-3,-5-8,-8-5,-3-7,-6-6,-6-1,1-2,-1 2,2-1,-1 2,2-1,0 3,2-2,3-2,-1 1,1 8,7 6,4 7,7 3,6 1,5-2,5-2,-3 3,-4 4,-5 6,-5 4,-3 2,-8-2,-2 0,-1 0,-3-3,-5-10,-4-11,0-9,5-8,-1-5,2 6,9 6,8 5,5 9,5 3,-5 1,-8 0,-5 3,-5 1,-7-7,-5-8,-4-8,8 3,6-2,5-3,-1-4,-4-3,-5-3,6 4,3 9,9 6,-2 6,-5-3,-6-1,3 1,8 0,9 1,-3 1,-2-4,-1-6,-6-1,-7 2,2 2,8 7,8 4,8 6,5 6,4 1,-2 1,-1-1,-8-4,-11-8,-7-10,-7-3,-1-6,-4 1,1-3,3 7,9 5,4 7,6 5,8 0,1 3,2 1,-2-2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6:45.7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6:46.13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6:46.49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6:46.8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6:47.23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  <inkml:trace contextRef="#ctx0" brushRef="#br0" timeOffset="1">0 0,'0'0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7:01.91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114 245,'78'-1,"-1"-5,1-2,82-21,-96 18,-91 18,3-1,-1 0,1-2,-31 2,-14-7,-28 2,91 0,0 1,0 0,1 0,-1 0,1 0,-1 1,1 0,0 0,0 0,0 1,0 0,1 0,-7 7,11-11,0 0,0 0,0 1,0-1,0 0,0 0,0 1,0-1,0 0,0 1,0-1,0 0,0 0,0 1,0-1,0 0,0 0,0 1,0-1,0 0,0 0,1 1,-1-1,0 0,0 0,0 0,0 1,1-1,-1 0,0 0,0 0,0 1,1-1,-1 0,0 0,0 0,1 0,-1 0,0 0,0 0,1 0,-1 0,0 0,1 1,-1-1,0 0,0 0,1-1,-1 1,0 0,18 2,-17-2,48 1,-36-2,1 1,-1 1,1 0,-1 0,0 1,0 1,0 0,0 1,13 6,23 12,-46-23,-10-3,-13-4,16 7,-43-8,-65-22,64 20,-16-5,61 15,0 0,0-1,0 1,0 0,0-1,0 0,1 0,-1 1,1-2,-1 1,1 0,0 0,0-1,0 1,-3-5,5 6,-1 0,1 0,0 0,-1 0,1 0,0 0,0 0,-1 0,1 0,0 0,0 0,0 0,0 0,1 0,-1 0,0 0,0 0,1 0,-1 0,0 0,1 0,-1 0,1 0,-1 0,1 0,0 1,-1-1,1 0,0 0,0 1,-1-1,1 0,0 1,0-1,0 1,0-1,0 1,0-1,0 1,0 0,0 0,2-1,1 0,0 0,1 0,-1 0,1 0,-1 1,1 0,0 0,6 1,3 3,0 0,0 0,-1 2,0-1,0 2,-1 0,1 0,-2 1,1 1,-1 0,0 0,-1 1,18 22,-20-23,0-1,1 0,0 0,1 0,17 10,6 5,-33-23,0 0,0 0,-1 0,1 0,0 0,-1 0,1 0,0 0,0 0,-1 0,1 0,0 0,-1 0,1 1,0-1,0 0,-1 0,1 0,0 1,0-1,0 0,-1 0,1 0,0 1,0-1,0 0,0 0,-1 1,1-1,0 0,0 1,0-1,0 0,0 0,0 1,0-1,0 0,0 1,0-1,0 0,0 0,0 1,0-1,0 0,0 1,0-1,0 0,1 0,-1 1,0-1,0 0,0 0,0 1,1-1,-1 0,0 0,0 1,0-1,1 0,-1 0,0 0,0 0,1 1,-1-1,0 0,1 0,-30 2,26-2,-12-1,0-1,0 0,1 0,-1-2,1 0,-1 0,1-1,-25-14,-6-6,-51-40,54 36,34 23,1 0,0 0,0 0,0-1,1 0,0 0,0-1,-6-10,10 14,0 0,0 0,0 0,0-1,1 1,-1-1,1 1,1-1,-1 0,0 1,1-1,0 0,0 1,0-1,1 0,0 1,0-1,2-7,-2 10,0 0,1-1,-1 1,0 0,1 0,-1 0,1 0,0 0,0 1,0-1,0 0,0 1,0-1,0 1,0 0,1 0,-1 0,0 0,1 0,-1 0,1 1,-1-1,1 1,-1-1,1 1,-1 0,1 0,-1 0,1 1,-1-1,5 2,1-1,1 1,-1 1,0-1,0 2,-1-1,1 1,0 0,8 6,20 21,-1 1,49 58,-61-65,-1 0,-1 1,22 34,-42-59,-1 0,1-1,-1 1,1 0,-1-1,0 1,1 0,-1-1,0 1,0 0,0 0,1-1,-1 1,0 0,0 0,0 0,0-1,0 1,0 0,-1 0,1-1,0 1,0 0,0 0,-1-1,1 1,0 0,-1 0,-1 0,1 0,0 0,0 0,-1 0,1 0,0-1,-1 1,1-1,-1 1,1-1,-1 1,1-1,-3 0,-4 1,-1 0,1-1,-1 0,-8-2,-2-1,1 0,-25-8,37 9,1 0,-1 0,1-1,0 0,0 0,0 0,0-1,0 1,1-1,0 0,-7-8,-3-6,1-1,1-1,0 0,-10-26,17 34,1 0,1-1,0 1,1 0,0-1,0 0,2 1,0-1,1-16,-1 26,0 1,1 0,-1 0,0 0,1-1,-1 1,1 0,0 0,-1 0,1 0,0 0,0 0,1 0,-1 0,0 0,0 1,1-1,0 0,-1 1,1-1,0 1,-1 0,1 0,0-1,0 1,0 0,0 0,0 1,0-1,0 0,1 1,-1-1,0 1,0 0,3 0,2 0,-1 1,0 0,0 0,1 0,-1 1,0 0,0 1,-1-1,1 1,0 0,6 5,0 1,0 1,-1 0,-1 0,1 1,-2 0,1 1,-2 0,0 1,0-1,-1 2,8 20,-9-18,0 1,-2 1,0-1,0 1,-2 0,0 0,-1-1,-1 1,-3 22,3-37,0 0,-1-1,1 1,-1 0,0-1,0 1,0-1,0 1,0-1,0 0,-1 1,1-1,-1 0,1 0,-1 0,0 0,0 0,0 0,0-1,-3 3,1-2,0-1,0 1,0-1,0 0,0 0,0 0,0-1,0 0,0 1,0-1,0-1,-5 0,-2 0,0-2,1 1,-1-1,1-1,-1 0,1-1,1 0,-1 0,-10-8,12 6,1 0,0 0,0-1,0 0,1 0,1 0,-1-1,1 0,-4-11,6 15,1-1,0 0,0 0,0 0,1 0,0-1,0 1,1 0,-1 0,1-1,1 1,-1 0,1 0,0-1,4-10,-4 15,0 0,0 0,0-1,0 1,1 0,-1 0,1 0,0 1,-1-1,1 0,0 0,0 1,0-1,0 1,0 0,0 0,1 0,-1 0,0 0,0 0,1 0,-1 1,1-1,-1 1,1 0,-1 0,1 0,-1 0,0 0,1 0,-1 1,1-1,-1 1,1-1,-1 1,0 0,3 2,3 0,0 0,-1 1,1 0,-1 1,0 0,0 0,-1 0,1 1,8 10,-5-4,-1 1,0 0,0 0,-2 1,1 0,-2 0,0 1,-1-1,0 1,-1 1,-1-1,0 1,-1-1,-1 1,0 0,-3 22,2-35,0-1,0 1,-1-1,1 0,-1 1,0-1,0 0,0 1,0-1,0 0,0 0,0 0,-1 0,1 0,-1 0,0 0,1-1,-1 1,0 0,0-1,0 0,0 1,0-1,-1 0,1 0,0 0,0 0,-1-1,1 1,-1 0,1-1,0 0,-5 0,2 0,0 0,1 0,-1-1,0 0,1 0,-1 0,1-1,-1 0,1 0,-1 0,1 0,0 0,0-1,0 0,1 0,-1 0,-3-4,-12-15,-27-41,40 54,0-1,1 1,0-1,1 0,0-1,0 1,-3-21,6 29,1-1,0 1,-1-1,1 1,0-1,0 0,1 1,-1-1,0 1,1-1,0 1,-1-1,1 1,0-1,0 1,1 0,-1-1,0 1,1 0,-1 0,1 0,0 0,0 0,-1 0,1 1,1-1,-1 1,0-1,0 1,0 0,1 0,-1 0,4-1,-2 1,0 0,0 1,0-1,0 1,1 0,-1 1,0-1,0 1,0-1,0 1,0 1,0-1,0 0,0 1,-1 0,1 0,-1 0,1 0,-1 1,5 3,1 4,0 0,0 0,-1 0,-1 1,0 0,9 20,-12-24,-1 0,0 1,0 0,-1 0,0-1,-1 1,0 0,0 0,0 1,-1-1,-2 14,2-20,0 0,0 0,-1-1,1 1,-1 0,1-1,-1 1,0 0,0-1,0 1,0-1,0 0,0 1,0-1,0 0,0 1,-1-1,1 0,-1 0,1 0,-1 0,1 0,-1-1,1 1,-1 0,0-1,1 1,-1-1,0 1,1-1,-1 0,0 0,-2 0,1 0,0 0,0-1,0 0,-1 0,1 1,0-2,1 1,-1 0,0-1,0 1,0-1,1 0,-1 0,1 0,-1 0,1 0,-3-4,-1-4,0 0,1 1,1-2,-1 1,2 0,-1-1,2 0,-1 0,-1-19,2 2,1 0,4-46,-2 165,2-24,-5-22,1-28,1 1,0-1,1 0,6 33,-7-49,1 0,-1 0,0 1,1-1,-1 0,0 0,1 0,0 0,-1 1,1-1,0 0,-1 0,1 0,0 0,0 0,0-1,0 1,0 0,0 0,0-1,1 2,-1-2,0 0,0 0,0 0,0 0,0 0,0-1,0 1,0 0,0 0,0-1,0 1,-1 0,1-1,0 1,0-1,0 1,0-1,-1 0,1 1,1-2,3-4,-1 1,0-1,1 0,-2 0,7-12,-1-4,-1 0,-1 0,5-28,-30 77,14-18,3-6,0 0,0-1,-1 1,1 0,0-1,-1 1,0-1,1 0,-1 0,0 1,0-1,-5 3,7-5,-1 0,1-1,-1 1,1 0,-1-1,1 1,-1-1,1 1,-1 0,1-1,0 1,-1-1,1 1,0-1,-1 1,1-1,0 0,0 1,0-1,-1 1,1-1,0 1,0-1,0 0,0 1,0-1,0 0,0 1,0-2,0-19,11-40,-2 22,-9 39,0-1,0 1,0 0,0 0,0 0,0 0,1 0,-1 0,0 0,0-1,0 1,0 0,0 0,0 0,0 0,0 0,0 0,0-1,0 1,0 0,0 0,0 0,0 0,0 0,0 0,0-1,0 1,0 0,0 0,-1 0,1 0,0 0,0 0,0 0,0-1,0 1,0 0,0 0,0 0,0 0,0 0,-1 0,1 0,0 0,0 0,0 0,0 0,0 0,0 0,-1-1,1 1,0 0,0 0,0 0,0 0,0 0,0 0,-1 0,1 0,0 1,0-1,0 0,-11 8,-8 15,-3 3,13-19,11-17,25-43,27-64,-99 203,45-85,0 0,0-1,0 1,-1 0,1-1,0 1,0-1,-1 1,1 0,0-1,-1 1,1-1,-1 1,1-1,-1 1,1-1,-1 0,1 1,-1-1,0 1,1-1,-1 0,1 0,-1 1,0-1,1 0,-2 0,-4-16,7-30,1 36,1-1,0 1,0 1,1-1,9-18,-5 19,-9 20,-9 21,-32 81,34-98,5-22,4-27,2 20,0 0,1 0,1 0,0 0,1 1,0 0,1 0,14-20,-22 47,-6 11,-1-2,-21 46,40-92,-11 22,1-1,0 0,-1 1,1-1,0 1,0 0,0-1,0 1,0 0,0 0,1-1,-1 1,0 0,0 0,1 0,-1 0,1 1,-1-1,1 0,2 0,-4 1,1 1,-1-1,1 1,-1-1,0 1,1-1,-1 1,0-1,0 1,1 0,-1-1,0 1,0-1,0 1,0 0,0-1,1 1,-1 0,0-1,0 1,-1 0,1-1,0 1,0-1,0 1,0 0,-1 0,-6 24,6-19,0-3,-1 6,0-1,0 0,-1 0,0 0,0 0,-1-1,0 1,-9 12,13-20,0 0,0 0,0 0,0 0,0 0,-1 0,1 1,0-1,0 0,0 0,0 0,0 0,0 0,0 0,0 0,0 0,0 0,0 0,-1 0,1 0,0 0,0 0,0 0,0 0,0 0,0 0,0 0,0 0,-1 0,1 0,0 0,0 0,0 0,0 0,0 0,0 0,0 0,0 0,0 0,0 0,-1 0,1 0,0 0,0-1,0 1,0 0,0 0,0 0,0 0,0 0,0 0,0 0,0 0,0 0,0 0,0-1,0 1,0 0,0 0,0 0,0 0,0 0,0 0,0 0,1-12,5-12,49-83,-52 104,-3 5,-3 15,-10 24,10-34,-1 1,0-1,0 0,-9 10,13-17,0 0,0 0,0 1,0-1,0 0,0 0,0 0,0 0,0 0,-1 1,1-1,0 0,0 0,0 0,0 0,0 0,-1 0,1 0,0 1,0-1,0 0,-1 0,1 0,0 0,0 0,0 0,0 0,-1 0,1 0,0 0,0 0,0 0,-1 0,1 0,0 0,0 0,0-1,0 1,-1 0,1 0,0 0,0 0,0 0,0 0,-1 0,1 0,0-1,0 1,0 0,0 0,0 0,0 0,-1-1,-1-15,3-18,1 23,0 0,1 0,0 0,1 0,0 0,1 1,0-1,0 1,9-12,-14 22,0 0,0 1,0-1,0 0,0 0,0 0,0 0,0 0,0 0,0 0,1 0,-1 0,0 0,0 0,0 0,0 1,0-1,0 0,0 0,0 0,0 0,0 0,0 0,0 0,0 0,0 0,1 0,-1 0,0 0,0 0,0 0,0 0,0 0,0 0,0 0,0 0,0 0,0 0,0 0,1 0,-1 0,0 0,0 0,0 0,0 0,0 0,0 0,0 0,0 0,0 0,0 0,0 0,0-1,1 1,-1 0,-3 15,-9 17,7-21,-1 2,-1 0,0 0,0-1,-1 0,-11 12,9-16,9-15,13-15,-11 19,1 1,-1 0,1 0,0 0,0 0,0 1,0-1,0 0,0 1,0-1,1 1,-1 0,0 0,5-2,-6 3,-1 0,0 0,0 0,0 1,0-1,1 0,-1 0,0 0,0 0,0 0,0 0,0 0,0 1,1-1,-1 0,0 0,0 0,0 0,0 0,0 1,0-1,0 0,0 0,0 0,0 0,0 1,0-1,0 0,0 0,0 0,0 0,0 1,0-1,0 0,0 0,0 0,0 0,0 1,0-1,0 0,0 0,0 0,0 0,-1 0,1 1,0-1,0 0,0 0,0 0,-10 12,1-5,9-8,-1 1,1 0,0 0,0 0,0 0,0-1,0 1,-1 0,1 0,0 0,0-1,0 1,0 0,0 0,0-1,0 1,0 0,0 0,0-1,0 1,0 0,0 0,0 0,0-1,0 1,0 0,0 0,0-1,0 1,0 0,0 0,0-1,1 1,-1 0,0 0,0 0,0-1,0 1,1 0,-1 0,0 0,0-1,1 0,0 0,-1 1,1-1,0 0,-1 0,1 0,0 0,0 1,0-1,0 0,0 0,0 1,0-1,0 1,2-1,-3 1,0-1,1 1,-1 0,1 0,-1 0,0 0,1 0,-1 0,0 1,1-1,-1 0,1 0,-1 0,0 0,1 0,-1 0,0 1,1-1,-1 0,0 0,0 0,1 1,-1-1,0 0,0 0,1 1,-1-1,0 0,0 1,1-1,-1 0,0 1,0-1,0 0,0 1,0-1,0 1,0-1,0 0,0 1,0-1,0 0,0 1,0-1,0 0,0 1,0-1,0 1,0-1,0 0,0 1,-1-1,1 1,-2 9,-1 0,0-1,0 1,-1-1,-1 1,1-1,-1 0,-1-1,-11 15,17-23,-1 0,1 0,0 1,0-1,-1 0,1 0,0 0,-1 0,1 1,0-1,-1 0,1 0,0 0,-1 0,1 0,0 0,-1 0,1 0,0 0,-1 0,1 0,0 0,-1-1,1 1,0 0,-1 0,1 0,0 0,-1 0,1-1,0 1,0 0,-1 0,1 0,0-1,0 1,-1 0,1 0,0-1,0 1,0 0,0-1,-1 1,1 0,0-1,0 1,0 0,0-1,0 1,0 0,0-1,0 1,0-1,-3-19,4 9,1 0,0 0,0 0,1 1,1-1,0 1,0 0,1 0,0 1,8-12,0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7:12.40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7:12.76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7:40.864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332 290,'0'5,"0"10,0 13,0 5,0 3,0-1,0-1,0-2,0-2,0-2,0 0,0-1,0 1,0-1,0-1,0 1,0 0,0-9,0-12,5-8,6-16,15-25,12-23,9-19,2-9,1-2,-8 10,-10 15,-7 15,-8 13,-1 8,-4 7,-4 2,-8 6,-4 11,-6 8,-5 7,-1 9,-2 5,-3 5,-7 6,-8 9,-3 5,2 1,1 6,-2 3,-4 2,1-4,2-2,-1 0,1-4,3-6,8-5,3-4,2-7,0-4,4 0,1 0,-2-2,8-5,5-10,9-6,9-1,2-6,4-1,3 1,-1-3,0-3,2 0,-2-1,-1-3,2-4,7-1,3-7,1-2,1 5,-2-4,0 1,-1 4,-1 8,-5 2,-2 4,-4 8,-10 6,-11 2,-9 1,-7 0,-5-1,-3-1,-1-1,0 0,4-6,7-6,6-5,10-6,10 2,9 4,5 5,4 4,2 3,1 3,-4-4,-12-1,-12 1,-11 1,-8 1,-6 1,-4 1,-1 1,9 0,12 0,12 1,10-1,8 0,4 0,3 0,0 0,1 0,-1 0,0 0,-10-4,-8-7,-10-1,-11 1,-8 3,-5 3,-4 2,-2 1,0 2,0 0,0 0,0 1,6 4,6 6,6 6,10 0,5 2,6-2,2 0,3-3,4-3,3-4,3-3,1-2,2-2,0 0,-5-5,-6-7,-6-5,-9-1,-10 4,-8 3,-7 4,-3 4,-2 1,-1 2,0 0,5 6,6 6,11 1,12-2,9-3,7-2,4-3,3-1,-3-6,-11-3,-12 1,-12 1,-8 1,-1 6,7 3,11 0,9 0,-1-2,-6 0,-8-2,-7 0,-6-1,-5 0,7 0,12-1,10 1,1 0,-5 0,-8 0,-2-5,5-1,8 0,8 1,3-3,-6 0,-5-4,-2-4,-2-4,4 1,7 4,0 10,-5 4,-8 4,-8 0,-3 5,-3 1,1 4,-2-1,-1-2,-4-3,-1-3,8-1,6-7,10-2,9 0,8 1,6 1,3 1,3 2,0 0,-5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1T14:27:48.923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08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92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71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5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46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35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64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5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3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174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3832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126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0658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721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45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187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85669-5492-106D-245A-DCF42CCE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19046-A529-7ADE-587F-D14DB69F8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A2693-632D-8B5C-61D9-3FD564ED6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1F522-9A1D-0D74-CD13-ED806778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5FCB-8AAB-CF17-3FC8-E457AFC3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82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439AE1C-D155-4F9B-AEDA-ADBACCF33428}" type="datetimeFigureOut">
              <a:rPr lang="en-IN" smtClean="0"/>
              <a:t>12-01-2023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E2447C-0596-4A9A-BC8D-6489DE0A6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063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80.png"/><Relationship Id="rId26" Type="http://schemas.openxmlformats.org/officeDocument/2006/relationships/customXml" Target="../ink/ink18.xml"/><Relationship Id="rId39" Type="http://schemas.openxmlformats.org/officeDocument/2006/relationships/image" Target="../media/image14.png"/><Relationship Id="rId21" Type="http://schemas.openxmlformats.org/officeDocument/2006/relationships/customXml" Target="../ink/ink14.xml"/><Relationship Id="rId34" Type="http://schemas.openxmlformats.org/officeDocument/2006/relationships/customXml" Target="../ink/ink22.xml"/><Relationship Id="rId42" Type="http://schemas.openxmlformats.org/officeDocument/2006/relationships/customXml" Target="../ink/ink28.xml"/><Relationship Id="rId47" Type="http://schemas.openxmlformats.org/officeDocument/2006/relationships/image" Target="../media/image18.png"/><Relationship Id="rId50" Type="http://schemas.openxmlformats.org/officeDocument/2006/relationships/image" Target="../media/image19.png"/><Relationship Id="rId55" Type="http://schemas.openxmlformats.org/officeDocument/2006/relationships/customXml" Target="../ink/ink36.xml"/><Relationship Id="rId63" Type="http://schemas.openxmlformats.org/officeDocument/2006/relationships/customXml" Target="../ink/ink42.xml"/><Relationship Id="rId7" Type="http://schemas.openxmlformats.org/officeDocument/2006/relationships/customXml" Target="../ink/ink2.xml"/><Relationship Id="rId2" Type="http://schemas.openxmlformats.org/officeDocument/2006/relationships/image" Target="../media/image7.png"/><Relationship Id="rId16" Type="http://schemas.openxmlformats.org/officeDocument/2006/relationships/customXml" Target="../ink/ink10.xml"/><Relationship Id="rId29" Type="http://schemas.openxmlformats.org/officeDocument/2006/relationships/image" Target="../media/image11.png"/><Relationship Id="rId11" Type="http://schemas.openxmlformats.org/officeDocument/2006/relationships/customXml" Target="../ink/ink6.xml"/><Relationship Id="rId24" Type="http://schemas.openxmlformats.org/officeDocument/2006/relationships/customXml" Target="../ink/ink16.xml"/><Relationship Id="rId32" Type="http://schemas.openxmlformats.org/officeDocument/2006/relationships/customXml" Target="../ink/ink21.xml"/><Relationship Id="rId37" Type="http://schemas.openxmlformats.org/officeDocument/2006/relationships/customXml" Target="../ink/ink25.xml"/><Relationship Id="rId40" Type="http://schemas.openxmlformats.org/officeDocument/2006/relationships/customXml" Target="../ink/ink27.xml"/><Relationship Id="rId45" Type="http://schemas.openxmlformats.org/officeDocument/2006/relationships/image" Target="../media/image17.png"/><Relationship Id="rId53" Type="http://schemas.openxmlformats.org/officeDocument/2006/relationships/customXml" Target="../ink/ink34.xml"/><Relationship Id="rId58" Type="http://schemas.openxmlformats.org/officeDocument/2006/relationships/image" Target="../media/image21.png"/><Relationship Id="rId5" Type="http://schemas.openxmlformats.org/officeDocument/2006/relationships/customXml" Target="../ink/ink1.xml"/><Relationship Id="rId61" Type="http://schemas.openxmlformats.org/officeDocument/2006/relationships/customXml" Target="../ink/ink41.xml"/><Relationship Id="rId19" Type="http://schemas.openxmlformats.org/officeDocument/2006/relationships/customXml" Target="../ink/ink12.xml"/><Relationship Id="rId14" Type="http://schemas.openxmlformats.org/officeDocument/2006/relationships/customXml" Target="../ink/ink8.xml"/><Relationship Id="rId22" Type="http://schemas.openxmlformats.org/officeDocument/2006/relationships/image" Target="../media/image9.png"/><Relationship Id="rId27" Type="http://schemas.openxmlformats.org/officeDocument/2006/relationships/image" Target="../media/image10.png"/><Relationship Id="rId30" Type="http://schemas.openxmlformats.org/officeDocument/2006/relationships/customXml" Target="../ink/ink20.xml"/><Relationship Id="rId35" Type="http://schemas.openxmlformats.org/officeDocument/2006/relationships/customXml" Target="../ink/ink23.xml"/><Relationship Id="rId43" Type="http://schemas.openxmlformats.org/officeDocument/2006/relationships/image" Target="../media/image16.png"/><Relationship Id="rId48" Type="http://schemas.openxmlformats.org/officeDocument/2006/relationships/customXml" Target="../ink/ink31.xml"/><Relationship Id="rId56" Type="http://schemas.openxmlformats.org/officeDocument/2006/relationships/customXml" Target="../ink/ink37.xml"/><Relationship Id="rId64" Type="http://schemas.openxmlformats.org/officeDocument/2006/relationships/image" Target="../media/image23.png"/><Relationship Id="rId8" Type="http://schemas.openxmlformats.org/officeDocument/2006/relationships/customXml" Target="../ink/ink3.xml"/><Relationship Id="rId51" Type="http://schemas.openxmlformats.org/officeDocument/2006/relationships/image" Target="../media/image20.png"/><Relationship Id="rId3" Type="http://schemas.openxmlformats.org/officeDocument/2006/relationships/image" Target="../media/image5.png"/><Relationship Id="rId12" Type="http://schemas.openxmlformats.org/officeDocument/2006/relationships/image" Target="../media/image70.png"/><Relationship Id="rId17" Type="http://schemas.openxmlformats.org/officeDocument/2006/relationships/customXml" Target="../ink/ink11.xml"/><Relationship Id="rId25" Type="http://schemas.openxmlformats.org/officeDocument/2006/relationships/customXml" Target="../ink/ink17.xml"/><Relationship Id="rId33" Type="http://schemas.openxmlformats.org/officeDocument/2006/relationships/image" Target="../media/image13.png"/><Relationship Id="rId38" Type="http://schemas.openxmlformats.org/officeDocument/2006/relationships/customXml" Target="../ink/ink26.xml"/><Relationship Id="rId46" Type="http://schemas.openxmlformats.org/officeDocument/2006/relationships/customXml" Target="../ink/ink30.xml"/><Relationship Id="rId59" Type="http://schemas.openxmlformats.org/officeDocument/2006/relationships/customXml" Target="../ink/ink39.xml"/><Relationship Id="rId20" Type="http://schemas.openxmlformats.org/officeDocument/2006/relationships/customXml" Target="../ink/ink13.xml"/><Relationship Id="rId41" Type="http://schemas.openxmlformats.org/officeDocument/2006/relationships/image" Target="../media/image15.png"/><Relationship Id="rId54" Type="http://schemas.openxmlformats.org/officeDocument/2006/relationships/customXml" Target="../ink/ink35.xml"/><Relationship Id="rId62" Type="http://schemas.openxmlformats.org/officeDocument/2006/relationships/image" Target="../media/image22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0.png"/><Relationship Id="rId15" Type="http://schemas.openxmlformats.org/officeDocument/2006/relationships/customXml" Target="../ink/ink9.xml"/><Relationship Id="rId23" Type="http://schemas.openxmlformats.org/officeDocument/2006/relationships/customXml" Target="../ink/ink15.xml"/><Relationship Id="rId28" Type="http://schemas.openxmlformats.org/officeDocument/2006/relationships/customXml" Target="../ink/ink19.xml"/><Relationship Id="rId36" Type="http://schemas.openxmlformats.org/officeDocument/2006/relationships/customXml" Target="../ink/ink24.xml"/><Relationship Id="rId49" Type="http://schemas.openxmlformats.org/officeDocument/2006/relationships/customXml" Target="../ink/ink32.xml"/><Relationship Id="rId57" Type="http://schemas.openxmlformats.org/officeDocument/2006/relationships/customXml" Target="../ink/ink38.xml"/><Relationship Id="rId10" Type="http://schemas.openxmlformats.org/officeDocument/2006/relationships/customXml" Target="../ink/ink5.xml"/><Relationship Id="rId31" Type="http://schemas.openxmlformats.org/officeDocument/2006/relationships/image" Target="../media/image12.png"/><Relationship Id="rId44" Type="http://schemas.openxmlformats.org/officeDocument/2006/relationships/customXml" Target="../ink/ink29.xml"/><Relationship Id="rId52" Type="http://schemas.openxmlformats.org/officeDocument/2006/relationships/customXml" Target="../ink/ink33.xml"/><Relationship Id="rId60" Type="http://schemas.openxmlformats.org/officeDocument/2006/relationships/customXml" Target="../ink/ink40.xml"/><Relationship Id="rId4" Type="http://schemas.openxmlformats.org/officeDocument/2006/relationships/image" Target="../media/image8.png"/><Relationship Id="rId9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589D5B-6CAA-8956-9C4C-9971CBED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71D41D-5626-F59E-FAE2-58F62F6EA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 the large company websites, local shops will loss their customers.</a:t>
            </a:r>
          </a:p>
          <a:p>
            <a:r>
              <a:rPr lang="en-US" dirty="0"/>
              <a:t>Small stores are not able to extend their marketing range so this path would help them.</a:t>
            </a:r>
          </a:p>
          <a:p>
            <a:r>
              <a:rPr lang="en-US" dirty="0"/>
              <a:t>The existing marketing apps are not able to provide proper services in rural areas on time by shipping problem.</a:t>
            </a:r>
          </a:p>
          <a:p>
            <a:r>
              <a:rPr lang="en-US" dirty="0"/>
              <a:t>People are unable to get the service from their wished shops.</a:t>
            </a:r>
          </a:p>
          <a:p>
            <a:r>
              <a:rPr lang="en-US" dirty="0">
                <a:cs typeface="Times New Roman" panose="02020603050405020304" pitchFamily="18" charset="0"/>
              </a:rPr>
              <a:t>And also to the shop owners who are not able to get their shop to online it will be useful.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7FFB-03AF-D7C5-0968-330DE7237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information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FC9E7-EC23-2EB9-37B3-E6F800BF8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This project is based on ON-LINE marketing, and the reason behind it is:</a:t>
            </a:r>
          </a:p>
          <a:p>
            <a:r>
              <a:rPr lang="en-US" dirty="0">
                <a:cs typeface="Times New Roman" panose="02020603050405020304" pitchFamily="18" charset="0"/>
              </a:rPr>
              <a:t>To provide a satisfactory delivery to the consumers from their interested shops only.</a:t>
            </a:r>
          </a:p>
          <a:p>
            <a:r>
              <a:rPr lang="en-US" dirty="0">
                <a:cs typeface="Times New Roman" panose="02020603050405020304" pitchFamily="18" charset="0"/>
              </a:rPr>
              <a:t>And this project helps to the people who are not able to shop in offline .</a:t>
            </a:r>
          </a:p>
          <a:p>
            <a:r>
              <a:rPr lang="en-US" dirty="0">
                <a:cs typeface="Times New Roman" panose="02020603050405020304" pitchFamily="18" charset="0"/>
              </a:rPr>
              <a:t>By this project we can build a network from rural to urban area.</a:t>
            </a:r>
          </a:p>
          <a:p>
            <a:r>
              <a:rPr lang="en-US" dirty="0">
                <a:cs typeface="Times New Roman" panose="02020603050405020304" pitchFamily="18" charset="0"/>
              </a:rPr>
              <a:t>And introduce the new products from rural to urban area 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704D36-F456-7207-6AE2-4008D14477D3}"/>
              </a:ext>
            </a:extLst>
          </p:cNvPr>
          <p:cNvSpPr/>
          <p:nvPr/>
        </p:nvSpPr>
        <p:spPr>
          <a:xfrm flipH="1">
            <a:off x="12493851" y="181552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97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FA4F-766F-5F7A-E0C0-D22027EB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1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dirty="0"/>
              <a:t>,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54661-74C4-3E62-E255-4F2E65217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72252" cy="4351338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Initially, Consumer and shop owner both should download the application from the play store.</a:t>
            </a:r>
          </a:p>
          <a:p>
            <a:r>
              <a:rPr lang="en-US" dirty="0">
                <a:cs typeface="Times New Roman" panose="02020603050405020304" pitchFamily="18" charset="0"/>
              </a:rPr>
              <a:t>After that both the categories would have different tabs to operate the app.( consumer tab and service provider tab)</a:t>
            </a:r>
          </a:p>
          <a:p>
            <a:r>
              <a:rPr lang="en-US" dirty="0">
                <a:cs typeface="Times New Roman" panose="02020603050405020304" pitchFamily="18" charset="0"/>
              </a:rPr>
              <a:t> when the consumer place a order in the app the notification will pop-up in shop owners mobile, then shop owner should acknowledge the button if he can provide a service to them if not reject the proposal.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49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6562-2CE2-4F06-9040-E01F0E29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1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500572-4C57-E9D4-82F0-6D17E8ABBD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10024" y="1774287"/>
            <a:ext cx="2343615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7CEF61-A6FE-98C3-0343-DAA80377C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29" y="1774287"/>
            <a:ext cx="2550518" cy="435133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25DB8D-27F5-C6DE-1071-04E858FCA0F6}"/>
              </a:ext>
            </a:extLst>
          </p:cNvPr>
          <p:cNvCxnSpPr/>
          <p:nvPr/>
        </p:nvCxnSpPr>
        <p:spPr>
          <a:xfrm>
            <a:off x="4810024" y="1990596"/>
            <a:ext cx="0" cy="37460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6A11236-9F74-21B3-C306-E9B1D6433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12" y="1774287"/>
            <a:ext cx="2530059" cy="4351338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10A1531-8A2D-0CE2-A9AC-F5B08E463B2F}"/>
              </a:ext>
            </a:extLst>
          </p:cNvPr>
          <p:cNvSpPr/>
          <p:nvPr/>
        </p:nvSpPr>
        <p:spPr>
          <a:xfrm>
            <a:off x="3429647" y="3443132"/>
            <a:ext cx="1337471" cy="285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6EB572A-63A9-5797-0896-B491EFB0FCF8}"/>
              </a:ext>
            </a:extLst>
          </p:cNvPr>
          <p:cNvSpPr/>
          <p:nvPr/>
        </p:nvSpPr>
        <p:spPr>
          <a:xfrm>
            <a:off x="7347532" y="3443132"/>
            <a:ext cx="1337471" cy="285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19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CF72-B6A3-2FF8-9765-705AFB25B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Cont…..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7EDB24-3775-9C6F-46F7-7D07E1147E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1837" y="1884618"/>
            <a:ext cx="2393988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C31A60-3E4A-805D-765E-F1FDCA977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04283"/>
            <a:ext cx="255051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A07553-91A2-21F5-5D5F-D4DE36690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045" y="1907956"/>
            <a:ext cx="2385267" cy="435139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C18195D-3082-429F-0610-9C9DB470BF9E}"/>
                  </a:ext>
                </a:extLst>
              </p14:cNvPr>
              <p14:cNvContentPartPr/>
              <p14:nvPr/>
            </p14:nvContentPartPr>
            <p14:xfrm>
              <a:off x="7472319" y="5053661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C18195D-3082-429F-0610-9C9DB470BF9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8679" y="494602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5191C0E-AFB6-D407-5894-C93227543F16}"/>
                  </a:ext>
                </a:extLst>
              </p14:cNvPr>
              <p14:cNvContentPartPr/>
              <p14:nvPr/>
            </p14:nvContentPartPr>
            <p14:xfrm>
              <a:off x="7472319" y="505366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5191C0E-AFB6-D407-5894-C93227543F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8679" y="494602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2BAE1F6-1EF8-0CA8-819A-4B12E18279C7}"/>
                  </a:ext>
                </a:extLst>
              </p14:cNvPr>
              <p14:cNvContentPartPr/>
              <p14:nvPr/>
            </p14:nvContentPartPr>
            <p14:xfrm>
              <a:off x="7472319" y="5053661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2BAE1F6-1EF8-0CA8-819A-4B12E18279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18679" y="494602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4856CA5-18D8-5B64-A4DE-A88276DC4F0E}"/>
                  </a:ext>
                </a:extLst>
              </p14:cNvPr>
              <p14:cNvContentPartPr/>
              <p14:nvPr/>
            </p14:nvContentPartPr>
            <p14:xfrm>
              <a:off x="7452519" y="5083181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4856CA5-18D8-5B64-A4DE-A88276DC4F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8519" y="497518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76E8A6F-661F-4C83-2395-9CD4F10ED9C9}"/>
                  </a:ext>
                </a:extLst>
              </p14:cNvPr>
              <p14:cNvContentPartPr/>
              <p14:nvPr/>
            </p14:nvContentPartPr>
            <p14:xfrm>
              <a:off x="7452519" y="5083181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76E8A6F-661F-4C83-2395-9CD4F10ED9C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98519" y="497518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19CB5B1-16F5-3294-B27A-5018D443B101}"/>
                  </a:ext>
                </a:extLst>
              </p14:cNvPr>
              <p14:cNvContentPartPr/>
              <p14:nvPr/>
            </p14:nvContentPartPr>
            <p14:xfrm>
              <a:off x="7433079" y="5036021"/>
              <a:ext cx="16200" cy="8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19CB5B1-16F5-3294-B27A-5018D443B1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79079" y="4928381"/>
                <a:ext cx="1238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C050487-5A17-FCD6-9500-7B291A090290}"/>
                  </a:ext>
                </a:extLst>
              </p14:cNvPr>
              <p14:cNvContentPartPr/>
              <p14:nvPr/>
            </p14:nvContentPartPr>
            <p14:xfrm>
              <a:off x="7462599" y="5024141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C050487-5A17-FCD6-9500-7B291A0902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08959" y="491614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C3E1E5-A1F5-6745-612C-71B59C5DDB8C}"/>
                  </a:ext>
                </a:extLst>
              </p14:cNvPr>
              <p14:cNvContentPartPr/>
              <p14:nvPr/>
            </p14:nvContentPartPr>
            <p14:xfrm>
              <a:off x="7462599" y="5024141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C3E1E5-A1F5-6745-612C-71B59C5DDB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08959" y="491614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AB58C8D-8C67-B75C-9608-76CA864DADFB}"/>
                  </a:ext>
                </a:extLst>
              </p14:cNvPr>
              <p14:cNvContentPartPr/>
              <p14:nvPr/>
            </p14:nvContentPartPr>
            <p14:xfrm>
              <a:off x="7462599" y="502414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AB58C8D-8C67-B75C-9608-76CA864DAD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08959" y="491614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8FE37DD-E427-DCD7-482A-A87985BE1BD2}"/>
                  </a:ext>
                </a:extLst>
              </p14:cNvPr>
              <p14:cNvContentPartPr/>
              <p14:nvPr/>
            </p14:nvContentPartPr>
            <p14:xfrm>
              <a:off x="-659001" y="904301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8FE37DD-E427-DCD7-482A-A87985BE1B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712641" y="79630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7FEE859-4BC9-96B0-5DDA-F02EC35DAF34}"/>
                  </a:ext>
                </a:extLst>
              </p14:cNvPr>
              <p14:cNvContentPartPr/>
              <p14:nvPr/>
            </p14:nvContentPartPr>
            <p14:xfrm>
              <a:off x="-1062201" y="163222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7FEE859-4BC9-96B0-5DDA-F02EC35DAF3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1151841" y="145222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87C92FA-9AE2-279A-CF54-25F0CB135D21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87C92FA-9AE2-279A-CF54-25F0CB135D2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B5642EE-01B9-1481-3B91-BBE4122B05E1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B5642EE-01B9-1481-3B91-BBE4122B05E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4632686-F1D9-E451-493D-31773909A064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4632686-F1D9-E451-493D-31773909A06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67C3044-7231-DE8E-314F-858F5E2743B7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67C3044-7231-DE8E-314F-858F5E2743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76EECB7-ACF6-509D-A7DC-921BBA4F4BF9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76EECB7-ACF6-509D-A7DC-921BBA4F4BF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13E5095-E1D7-04B9-1B94-EAB2139174E3}"/>
                  </a:ext>
                </a:extLst>
              </p14:cNvPr>
              <p14:cNvContentPartPr/>
              <p14:nvPr/>
            </p14:nvContentPartPr>
            <p14:xfrm>
              <a:off x="7452519" y="5024141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13E5095-E1D7-04B9-1B94-EAB2139174E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625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976DB62-D19A-1FAA-1C45-D372F12738A2}"/>
                  </a:ext>
                </a:extLst>
              </p14:cNvPr>
              <p14:cNvContentPartPr/>
              <p14:nvPr/>
            </p14:nvContentPartPr>
            <p14:xfrm>
              <a:off x="-521481" y="4974821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976DB62-D19A-1FAA-1C45-D372F12738A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-539121" y="4866821"/>
                <a:ext cx="3600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76AC228A-80C3-48E4-915C-41D0FA8EBF94}"/>
              </a:ext>
            </a:extLst>
          </p:cNvPr>
          <p:cNvGrpSpPr/>
          <p:nvPr/>
        </p:nvGrpSpPr>
        <p:grpSpPr>
          <a:xfrm>
            <a:off x="7295199" y="4987421"/>
            <a:ext cx="315000" cy="194760"/>
            <a:chOff x="7295199" y="4987421"/>
            <a:chExt cx="315000" cy="1947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2E88B4B-ED8D-BA0B-584B-5A12275B3D5E}"/>
                    </a:ext>
                  </a:extLst>
                </p14:cNvPr>
                <p14:cNvContentPartPr/>
                <p14:nvPr/>
              </p14:nvContentPartPr>
              <p14:xfrm>
                <a:off x="7492119" y="5083181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2E88B4B-ED8D-BA0B-584B-5A12275B3D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74119" y="497518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D97090-8214-D73D-13F1-0B63962201F1}"/>
                    </a:ext>
                  </a:extLst>
                </p14:cNvPr>
                <p14:cNvContentPartPr/>
                <p14:nvPr/>
              </p14:nvContentPartPr>
              <p14:xfrm>
                <a:off x="7449279" y="5025941"/>
                <a:ext cx="84960" cy="18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D97090-8214-D73D-13F1-0B63962201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431639" y="4918301"/>
                  <a:ext cx="120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669D948-1C55-CCD4-A6C2-584FA51C2BE6}"/>
                    </a:ext>
                  </a:extLst>
                </p14:cNvPr>
                <p14:cNvContentPartPr/>
                <p14:nvPr/>
              </p14:nvContentPartPr>
              <p14:xfrm>
                <a:off x="7462599" y="5014421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669D948-1C55-CCD4-A6C2-584FA51C2B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44959" y="490642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EAFBF6-0888-900C-AFC1-0E08C6E77F02}"/>
                    </a:ext>
                  </a:extLst>
                </p14:cNvPr>
                <p14:cNvContentPartPr/>
                <p14:nvPr/>
              </p14:nvContentPartPr>
              <p14:xfrm>
                <a:off x="7462599" y="5014421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EAFBF6-0888-900C-AFC1-0E08C6E77F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44959" y="490642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F0C4A2-235C-2400-B20A-8E0C98C265F7}"/>
                    </a:ext>
                  </a:extLst>
                </p14:cNvPr>
                <p14:cNvContentPartPr/>
                <p14:nvPr/>
              </p14:nvContentPartPr>
              <p14:xfrm>
                <a:off x="7462599" y="5014421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F0C4A2-235C-2400-B20A-8E0C98C265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44959" y="490642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8BD37A5-3A7B-9364-2951-D8157F6A37E2}"/>
                    </a:ext>
                  </a:extLst>
                </p14:cNvPr>
                <p14:cNvContentPartPr/>
                <p14:nvPr/>
              </p14:nvContentPartPr>
              <p14:xfrm>
                <a:off x="7462599" y="5014421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8BD37A5-3A7B-9364-2951-D8157F6A37E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44959" y="490642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535CC2-8B39-51EB-63C1-62273A33F50F}"/>
                    </a:ext>
                  </a:extLst>
                </p14:cNvPr>
                <p14:cNvContentPartPr/>
                <p14:nvPr/>
              </p14:nvContentPartPr>
              <p14:xfrm>
                <a:off x="7462599" y="5014421"/>
                <a:ext cx="360" cy="4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535CC2-8B39-51EB-63C1-62273A33F5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44959" y="4906421"/>
                  <a:ext cx="36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E7C67B-A5DB-F401-90DE-E3F108E93FD2}"/>
                    </a:ext>
                  </a:extLst>
                </p14:cNvPr>
                <p14:cNvContentPartPr/>
                <p14:nvPr/>
              </p14:nvContentPartPr>
              <p14:xfrm>
                <a:off x="7482399" y="5063381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E7C67B-A5DB-F401-90DE-E3F108E93F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64399" y="495574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5DC141-3ED1-A2DB-3BAB-161195DDFE2D}"/>
                    </a:ext>
                  </a:extLst>
                </p14:cNvPr>
                <p14:cNvContentPartPr/>
                <p14:nvPr/>
              </p14:nvContentPartPr>
              <p14:xfrm>
                <a:off x="7463319" y="5055821"/>
                <a:ext cx="26280" cy="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5DC141-3ED1-A2DB-3BAB-161195DDFE2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45319" y="4948181"/>
                  <a:ext cx="61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FB4798-1EF2-3289-84BE-E9D67D7AF175}"/>
                    </a:ext>
                  </a:extLst>
                </p14:cNvPr>
                <p14:cNvContentPartPr/>
                <p14:nvPr/>
              </p14:nvContentPartPr>
              <p14:xfrm>
                <a:off x="7501839" y="5063381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FB4798-1EF2-3289-84BE-E9D67D7AF1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83839" y="495574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26F4702-5500-23E4-8DE1-1B38EDEC01CF}"/>
                    </a:ext>
                  </a:extLst>
                </p14:cNvPr>
                <p14:cNvContentPartPr/>
                <p14:nvPr/>
              </p14:nvContentPartPr>
              <p14:xfrm>
                <a:off x="7495719" y="5059781"/>
                <a:ext cx="6480" cy="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26F4702-5500-23E4-8DE1-1B38EDEC01C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8079" y="4951781"/>
                  <a:ext cx="42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518EFC8-B8D1-39CE-1340-4CF8C0255D7B}"/>
                    </a:ext>
                  </a:extLst>
                </p14:cNvPr>
                <p14:cNvContentPartPr/>
                <p14:nvPr/>
              </p14:nvContentPartPr>
              <p14:xfrm>
                <a:off x="7482399" y="5033861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518EFC8-B8D1-39CE-1340-4CF8C0255D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64399" y="492586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7F51A13-27F3-5CDA-A3D3-8C72CBFC285C}"/>
                    </a:ext>
                  </a:extLst>
                </p14:cNvPr>
                <p14:cNvContentPartPr/>
                <p14:nvPr/>
              </p14:nvContentPartPr>
              <p14:xfrm>
                <a:off x="7482399" y="5033861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7F51A13-27F3-5CDA-A3D3-8C72CBFC285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64399" y="492586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D51CA2-37BE-65C4-44E7-B4AF48179311}"/>
                    </a:ext>
                  </a:extLst>
                </p14:cNvPr>
                <p14:cNvContentPartPr/>
                <p14:nvPr/>
              </p14:nvContentPartPr>
              <p14:xfrm>
                <a:off x="7295199" y="4987421"/>
                <a:ext cx="315000" cy="194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D51CA2-37BE-65C4-44E7-B4AF4817931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77559" y="4879781"/>
                  <a:ext cx="350640" cy="410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FDAD3C0C-1FB6-A76F-FAE9-FA1E4FFA1E09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471532" y="1884559"/>
            <a:ext cx="2385267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0123817-A72D-FBD1-197E-10B58F005589}"/>
                  </a:ext>
                </a:extLst>
              </p14:cNvPr>
              <p14:cNvContentPartPr/>
              <p14:nvPr/>
            </p14:nvContentPartPr>
            <p14:xfrm>
              <a:off x="6872919" y="5024141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0123817-A72D-FBD1-197E-10B58F0055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829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8C7D2C0-3AC6-43BA-9209-13ABF60D250A}"/>
                  </a:ext>
                </a:extLst>
              </p14:cNvPr>
              <p14:cNvContentPartPr/>
              <p14:nvPr/>
            </p14:nvContentPartPr>
            <p14:xfrm>
              <a:off x="6872919" y="5024141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8C7D2C0-3AC6-43BA-9209-13ABF60D250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829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06A4CB9-6C24-8071-E807-B6AAD18ABBCE}"/>
                  </a:ext>
                </a:extLst>
              </p14:cNvPr>
              <p14:cNvContentPartPr/>
              <p14:nvPr/>
            </p14:nvContentPartPr>
            <p14:xfrm>
              <a:off x="6872919" y="5024141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06A4CB9-6C24-8071-E807-B6AAD18ABBC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829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FA0DFC0-0AF5-ACF8-8383-BB7726B2DA97}"/>
                  </a:ext>
                </a:extLst>
              </p14:cNvPr>
              <p14:cNvContentPartPr/>
              <p14:nvPr/>
            </p14:nvContentPartPr>
            <p14:xfrm>
              <a:off x="6872919" y="5024141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FA0DFC0-0AF5-ACF8-8383-BB7726B2DA9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829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E8A81CC-011E-2BAE-2436-4B0522768F3A}"/>
                  </a:ext>
                </a:extLst>
              </p14:cNvPr>
              <p14:cNvContentPartPr/>
              <p14:nvPr/>
            </p14:nvContentPartPr>
            <p14:xfrm>
              <a:off x="6872919" y="5024141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E8A81CC-011E-2BAE-2436-4B0522768F3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82919" y="48441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4D01A0D-468D-D50D-901B-13E604AF3FB1}"/>
                  </a:ext>
                </a:extLst>
              </p14:cNvPr>
              <p14:cNvContentPartPr/>
              <p14:nvPr/>
            </p14:nvContentPartPr>
            <p14:xfrm>
              <a:off x="6762759" y="4945661"/>
              <a:ext cx="205920" cy="2088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4D01A0D-468D-D50D-901B-13E604AF3FB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72759" y="4766021"/>
                <a:ext cx="38556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2EEE4E6-D986-B8E0-5C0D-40371B054A94}"/>
                  </a:ext>
                </a:extLst>
              </p14:cNvPr>
              <p14:cNvContentPartPr/>
              <p14:nvPr/>
            </p14:nvContentPartPr>
            <p14:xfrm>
              <a:off x="-727761" y="1366541"/>
              <a:ext cx="360" cy="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2EEE4E6-D986-B8E0-5C0D-40371B054A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817401" y="11865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31A1815-783D-7303-0277-0F417F815359}"/>
                  </a:ext>
                </a:extLst>
              </p14:cNvPr>
              <p14:cNvContentPartPr/>
              <p14:nvPr/>
            </p14:nvContentPartPr>
            <p14:xfrm>
              <a:off x="-727761" y="1366541"/>
              <a:ext cx="36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31A1815-783D-7303-0277-0F417F81535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817401" y="1186541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1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9C7FD58-F78E-B2C9-FCFD-467BA17785A8}"/>
                  </a:ext>
                </a:extLst>
              </p14:cNvPr>
              <p14:cNvContentPartPr/>
              <p14:nvPr/>
            </p14:nvContentPartPr>
            <p14:xfrm>
              <a:off x="6763119" y="4919741"/>
              <a:ext cx="255960" cy="2984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9C7FD58-F78E-B2C9-FCFD-467BA17785A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00119" y="4542101"/>
                <a:ext cx="38160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1E93D9E-6143-7B56-359C-909125EB1977}"/>
                  </a:ext>
                </a:extLst>
              </p14:cNvPr>
              <p14:cNvContentPartPr/>
              <p14:nvPr/>
            </p14:nvContentPartPr>
            <p14:xfrm>
              <a:off x="7010439" y="5112701"/>
              <a:ext cx="360" cy="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1E93D9E-6143-7B56-359C-909125EB197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947439" y="4735061"/>
                <a:ext cx="126000" cy="756000"/>
              </a:xfrm>
              <a:prstGeom prst="rect">
                <a:avLst/>
              </a:prstGeom>
            </p:spPr>
          </p:pic>
        </mc:Fallback>
      </mc:AlternateContent>
      <p:sp>
        <p:nvSpPr>
          <p:cNvPr id="63" name="Arrow: Right 62">
            <a:extLst>
              <a:ext uri="{FF2B5EF4-FFF2-40B4-BE49-F238E27FC236}">
                <a16:creationId xmlns:a16="http://schemas.microsoft.com/office/drawing/2014/main" id="{C4F32302-3A31-4E01-2D00-E5821190A7B2}"/>
              </a:ext>
            </a:extLst>
          </p:cNvPr>
          <p:cNvSpPr/>
          <p:nvPr/>
        </p:nvSpPr>
        <p:spPr>
          <a:xfrm>
            <a:off x="3388718" y="4640826"/>
            <a:ext cx="475220" cy="147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E3FC5A56-B0C2-BFE2-E1B8-F9DFF34E81DE}"/>
              </a:ext>
            </a:extLst>
          </p:cNvPr>
          <p:cNvSpPr/>
          <p:nvPr/>
        </p:nvSpPr>
        <p:spPr>
          <a:xfrm>
            <a:off x="6176846" y="4640826"/>
            <a:ext cx="475220" cy="147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AF740AB3-84AD-2341-AC43-44004D81FCDB}"/>
              </a:ext>
            </a:extLst>
          </p:cNvPr>
          <p:cNvSpPr/>
          <p:nvPr/>
        </p:nvSpPr>
        <p:spPr>
          <a:xfrm>
            <a:off x="8996312" y="4640826"/>
            <a:ext cx="475220" cy="1474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59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C71840-4F38-F8EE-F9FF-185710024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1"/>
            <a:ext cx="10515600" cy="1325563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plans</a:t>
            </a:r>
            <a:r>
              <a:rPr lang="en-US" dirty="0"/>
              <a:t>	 			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7FD08E-98C9-0807-15F1-1BDB6600D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1581" cy="4351338"/>
          </a:xfrm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We should mainly target the customer who aren’t able to shop off-line.</a:t>
            </a:r>
          </a:p>
          <a:p>
            <a:r>
              <a:rPr lang="en-US" dirty="0">
                <a:cs typeface="Times New Roman" panose="02020603050405020304" pitchFamily="18" charset="0"/>
              </a:rPr>
              <a:t>Social media platforms.</a:t>
            </a:r>
          </a:p>
          <a:p>
            <a:r>
              <a:rPr lang="en-US" dirty="0">
                <a:cs typeface="Times New Roman" panose="02020603050405020304" pitchFamily="18" charset="0"/>
              </a:rPr>
              <a:t>By pasting the pamphlets on the shops itself.</a:t>
            </a:r>
          </a:p>
          <a:p>
            <a:r>
              <a:rPr lang="en-US" dirty="0">
                <a:cs typeface="Times New Roman" panose="02020603050405020304" pitchFamily="18" charset="0"/>
              </a:rPr>
              <a:t>And “refer and earn” concept to improve the download quantity.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86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FCCC-C5AF-0ED7-BABF-398A4D2E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67A6-6729-2335-707F-040863C4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Subscription &amp; Membership Plans</a:t>
            </a:r>
          </a:p>
          <a:p>
            <a:r>
              <a:rPr lang="en-US" dirty="0"/>
              <a:t>Advertising &amp; Marketing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44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28575-2C0A-7EA1-8DB8-E6B36764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461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A8C813-A6BD-EEA4-83A9-9BF297805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Order food, groceries, and other items</a:t>
            </a:r>
          </a:p>
          <a:p>
            <a:r>
              <a:rPr lang="en-IN" dirty="0"/>
              <a:t>Order from your favourite shops </a:t>
            </a:r>
          </a:p>
          <a:p>
            <a:r>
              <a:rPr lang="en-IN" dirty="0"/>
              <a:t>Track your order progress and see where your courier is </a:t>
            </a:r>
          </a:p>
          <a:p>
            <a:r>
              <a:rPr lang="en-IN" dirty="0"/>
              <a:t>Helps connect restaurants or shops and customers </a:t>
            </a:r>
          </a:p>
          <a:p>
            <a:r>
              <a:rPr lang="en-IN" dirty="0"/>
              <a:t>Quick delivery at a low cost </a:t>
            </a:r>
          </a:p>
          <a:p>
            <a:r>
              <a:rPr lang="en-IN" dirty="0"/>
              <a:t>Read customer reviews and menus and order what looks good </a:t>
            </a:r>
          </a:p>
          <a:p>
            <a:r>
              <a:rPr lang="en-IN" dirty="0"/>
              <a:t>Notification of order progress</a:t>
            </a:r>
          </a:p>
          <a:p>
            <a:r>
              <a:rPr lang="en-IN" dirty="0"/>
              <a:t>Pay through the app or pay cash at the door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549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43C8-BE83-6C7B-F769-461FFDDF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to start the project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42EB-BFB6-019E-DD98-80CC430EE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Publishing the app</a:t>
            </a:r>
          </a:p>
          <a:p>
            <a:r>
              <a:rPr lang="en-IN" dirty="0"/>
              <a:t>Miss using of the app</a:t>
            </a:r>
          </a:p>
          <a:p>
            <a:r>
              <a:rPr lang="en-IN" dirty="0"/>
              <a:t>Quality issues</a:t>
            </a:r>
          </a:p>
          <a:p>
            <a:r>
              <a:rPr lang="en-IN" dirty="0"/>
              <a:t>Unstable market prizes</a:t>
            </a:r>
          </a:p>
          <a:p>
            <a:r>
              <a:rPr lang="en-IN" dirty="0"/>
              <a:t>Lack of expert to built a application.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60457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1037</TotalTime>
  <Words>386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Tw Cen MT</vt:lpstr>
      <vt:lpstr>Wingdings</vt:lpstr>
      <vt:lpstr>Droplet</vt:lpstr>
      <vt:lpstr>Problem statement</vt:lpstr>
      <vt:lpstr>General information      </vt:lpstr>
      <vt:lpstr>How it works,</vt:lpstr>
      <vt:lpstr>Executive summary</vt:lpstr>
      <vt:lpstr>Cont…..</vt:lpstr>
      <vt:lpstr>Marketing plans     </vt:lpstr>
      <vt:lpstr>Revenue model</vt:lpstr>
      <vt:lpstr>Features</vt:lpstr>
      <vt:lpstr>Challenges to start the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BODA</dc:title>
  <dc:creator>hshobhith@gmail.com</dc:creator>
  <cp:lastModifiedBy>hshobhith@gmail.com</cp:lastModifiedBy>
  <cp:revision>21</cp:revision>
  <dcterms:created xsi:type="dcterms:W3CDTF">2022-10-16T05:48:49Z</dcterms:created>
  <dcterms:modified xsi:type="dcterms:W3CDTF">2023-01-12T14:31:39Z</dcterms:modified>
</cp:coreProperties>
</file>